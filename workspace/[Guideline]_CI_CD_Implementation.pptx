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8"/>
  </p:notesMasterIdLst>
  <p:sldIdLst>
    <p:sldId id="2146849069" r:id="rId5"/>
    <p:sldId id="2147473859" r:id="rId6"/>
    <p:sldId id="2147473865" r:id="rId7"/>
    <p:sldId id="2147473927" r:id="rId8"/>
    <p:sldId id="2147473866" r:id="rId9"/>
    <p:sldId id="2147473957" r:id="rId10"/>
    <p:sldId id="2147473862" r:id="rId11"/>
    <p:sldId id="2147473956" r:id="rId12"/>
    <p:sldId id="2147473955" r:id="rId13"/>
    <p:sldId id="2147473958" r:id="rId14"/>
    <p:sldId id="2147473953" r:id="rId15"/>
    <p:sldId id="2147473963" r:id="rId16"/>
    <p:sldId id="2147473964" r:id="rId17"/>
    <p:sldId id="2147473868" r:id="rId18"/>
    <p:sldId id="2147473863" r:id="rId19"/>
    <p:sldId id="2147473918" r:id="rId20"/>
    <p:sldId id="2147473912" r:id="rId21"/>
    <p:sldId id="2147473928" r:id="rId22"/>
    <p:sldId id="2147473929" r:id="rId23"/>
    <p:sldId id="2147473873" r:id="rId24"/>
    <p:sldId id="2147473874" r:id="rId25"/>
    <p:sldId id="2147473876" r:id="rId26"/>
    <p:sldId id="2147473878" r:id="rId27"/>
    <p:sldId id="2147473931" r:id="rId28"/>
    <p:sldId id="2147473932" r:id="rId29"/>
    <p:sldId id="2147473870" r:id="rId30"/>
    <p:sldId id="2147473872" r:id="rId31"/>
    <p:sldId id="2147473913" r:id="rId32"/>
    <p:sldId id="2147473875" r:id="rId33"/>
    <p:sldId id="2147473877" r:id="rId34"/>
    <p:sldId id="2147473930" r:id="rId35"/>
    <p:sldId id="2147473925" r:id="rId36"/>
    <p:sldId id="2147473879" r:id="rId37"/>
    <p:sldId id="2147473880" r:id="rId38"/>
    <p:sldId id="2147473881" r:id="rId39"/>
    <p:sldId id="2147473882" r:id="rId40"/>
    <p:sldId id="2147473933" r:id="rId41"/>
    <p:sldId id="2147473934" r:id="rId42"/>
    <p:sldId id="2147473883" r:id="rId43"/>
    <p:sldId id="2147473884" r:id="rId44"/>
    <p:sldId id="2147473889" r:id="rId45"/>
    <p:sldId id="2147473890" r:id="rId46"/>
    <p:sldId id="2147473894" r:id="rId47"/>
    <p:sldId id="2147473896" r:id="rId48"/>
    <p:sldId id="2147473919" r:id="rId49"/>
    <p:sldId id="2147473952" r:id="rId50"/>
    <p:sldId id="2147473891" r:id="rId51"/>
    <p:sldId id="2147473892" r:id="rId52"/>
    <p:sldId id="2147473893" r:id="rId53"/>
    <p:sldId id="2147473895" r:id="rId54"/>
    <p:sldId id="2147473920" r:id="rId55"/>
    <p:sldId id="2147473921" r:id="rId56"/>
    <p:sldId id="2147473885" r:id="rId57"/>
    <p:sldId id="2147473886" r:id="rId58"/>
    <p:sldId id="2147473897" r:id="rId59"/>
    <p:sldId id="2147473898" r:id="rId60"/>
    <p:sldId id="2147473899" r:id="rId61"/>
    <p:sldId id="2147473914" r:id="rId62"/>
    <p:sldId id="2147473915" r:id="rId63"/>
    <p:sldId id="2147473916" r:id="rId64"/>
    <p:sldId id="2147473917" r:id="rId65"/>
    <p:sldId id="2147473901" r:id="rId66"/>
    <p:sldId id="2147473902" r:id="rId67"/>
    <p:sldId id="2147473903" r:id="rId68"/>
    <p:sldId id="2147473904" r:id="rId69"/>
    <p:sldId id="2147473907" r:id="rId70"/>
    <p:sldId id="2147473908" r:id="rId71"/>
    <p:sldId id="2147473922" r:id="rId72"/>
    <p:sldId id="2147473935" r:id="rId73"/>
    <p:sldId id="2147473909" r:id="rId74"/>
    <p:sldId id="2147473910" r:id="rId75"/>
    <p:sldId id="2147473923" r:id="rId76"/>
    <p:sldId id="2147473924" r:id="rId77"/>
    <p:sldId id="2147473936" r:id="rId78"/>
    <p:sldId id="2147473937" r:id="rId79"/>
    <p:sldId id="2147473938" r:id="rId80"/>
    <p:sldId id="2147473939" r:id="rId81"/>
    <p:sldId id="2147473940" r:id="rId82"/>
    <p:sldId id="2147473941" r:id="rId83"/>
    <p:sldId id="2147473942" r:id="rId84"/>
    <p:sldId id="2147473943" r:id="rId85"/>
    <p:sldId id="2147473944" r:id="rId86"/>
    <p:sldId id="2147473945" r:id="rId87"/>
    <p:sldId id="2147473946" r:id="rId88"/>
    <p:sldId id="2147473947" r:id="rId89"/>
    <p:sldId id="2147473948" r:id="rId90"/>
    <p:sldId id="2147473949" r:id="rId91"/>
    <p:sldId id="2147473950" r:id="rId92"/>
    <p:sldId id="2147473951" r:id="rId93"/>
    <p:sldId id="2147473869" r:id="rId94"/>
    <p:sldId id="2147473864" r:id="rId95"/>
    <p:sldId id="2147473959" r:id="rId96"/>
    <p:sldId id="2147473960" r:id="rId97"/>
    <p:sldId id="2147473961" r:id="rId98"/>
    <p:sldId id="2147473962" r:id="rId99"/>
    <p:sldId id="2147473965" r:id="rId100"/>
    <p:sldId id="2147473966" r:id="rId101"/>
    <p:sldId id="2147473967" r:id="rId102"/>
    <p:sldId id="2147473968" r:id="rId103"/>
    <p:sldId id="2147473969" r:id="rId104"/>
    <p:sldId id="2147473860" r:id="rId105"/>
    <p:sldId id="2147473926" r:id="rId106"/>
    <p:sldId id="2146849064" r:id="rId10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939D21-A949-E5B4-5165-CEDDCD092E5E}" name="Dien, Nguyen Long [Tech/BA]" initials="D[" userId="S::nl.dien@dai-ichi-life.com.vn::13f1e14b-bc11-4778-9312-3caadebce2b0" providerId="AD"/>
  <p188:author id="{722FE22D-BE60-674B-3D24-AA404638EBBE}" name="Thang, Phan Xuan Bach [Tech/Core System Dev]" initials="TD" userId="S::pxb.thang@dai-ichi-life.com.vn::154f09ea-5403-4ea3-9895-01c5fc46227d" providerId="AD"/>
  <p188:author id="{3100AE4A-8A63-4F67-A470-61DD3FC55A21}" name="Quyen, Lam Chan [Tech/IT SA]" initials="QS" userId="S::lc.quyen@dai-ichi-life.com.vn::203703fa-523b-442a-96ef-78aaf8484b47" providerId="AD"/>
  <p188:author id="{1F3DE950-3B0F-CEEC-C277-D762FE5468E2}" name="Bao, Tran Trung [Tech/IT QA &amp; Gov]" initials="BG" userId="S::tt.bao@dai-ichi-life.com.vn::92a1d948-d5c8-4e0c-a2cf-7c9440db310f" providerId="AD"/>
  <p188:author id="{10F81451-32CA-0F54-4D49-64FEC1010041}" name="Tai, Tran Anh [Tech/BA]" initials="" userId="S::ope-tai@dai-ichi-life.com.vn::8a905ab7-9ae7-4cf4-b3d8-a385451749c7" providerId="AD"/>
  <p188:author id="{8F0A0761-5CBB-F387-1E48-7E43CAA0FEEC}" name="Thang, Phan Xuan Bach [Tech/Core System Dev]" initials="" userId="S::PXB.Thang@dai-ichi-life.com.vn::154f09ea-5403-4ea3-9895-01c5fc46227d" providerId="AD"/>
  <p188:author id="{E5895567-EE3B-C427-2D18-834FD408D2DF}" name="Dien, Nguyen Long [Tech/BA]" initials="" userId="S::NL.Dien@dai-ichi-life.com.vn::13f1e14b-bc11-4778-9312-3caadebce2b0" providerId="AD"/>
  <p188:author id="{D8A10673-E5FD-4C43-C24A-8366B0B23C00}" name="Tan, Nguyen Thanh [Tech/IT SA]" initials="NT" userId="S::NT.Tan@dai-ichi-life.com.vn::6f58f84e-3208-4ef2-8696-4f5f9b851b45" providerId="AD"/>
  <p188:author id="{B3BABE94-0707-1C69-6ACA-F2B7B80D54A9}" name="Can, Nguyen [Tech/Peripheral System Dev]" initials="" userId="S::n.can@dai-ichi-life.com.vn::08df528e-a12a-4349-a307-640f226b38fa" providerId="AD"/>
  <p188:author id="{C4CF119F-A85B-2736-05C9-79C474054496}" name="Vu, Nguyen Anh [Tech/IT OPs &amp; Client Services]" initials="" userId="S::NAnh.Vu@dai-ichi-life.com.vn::16821a66-2d0b-4a10-8399-bcfc7a479409" providerId="AD"/>
  <p188:author id="{1AF928A2-FF3F-4D7A-8EEB-F524754D5CCA}" name="Nhan, Huynh" initials="NH" userId="S::ht.nhan@dai-ichi-life.com.vn::03bcf4e6-a355-4664-8878-288e1d65d472" providerId="AD"/>
  <p188:author id="{5D4871A7-5BF3-4F64-EA4D-058CF4347A56}" name="Anh, Tran Quoc [Tech/InsTech &amp; Innovation]" initials="TA" userId="S::tq.anh@dai-ichi-life.com.vn::5a138e71-a83e-401e-acc4-fe024edc1c58" providerId="AD"/>
  <p188:author id="{67C290AD-F4A2-29E0-5858-63B00008FCF1}" name="Nhan, Huynh" initials="HN" userId="S::HT.Nhan@dai-ichi-life.com.vn::03bcf4e6-a355-4664-8878-288e1d65d472" providerId="AD"/>
  <p188:author id="{F6371CC3-F2BF-9F9A-A1DB-BFF5A510D990}" name="Tam, Vo Minh [Tech/Peripheral System Dev]" initials="VT" userId="S::VM.Tam@dai-ichi-life.com.vn::97143e63-4ae4-4310-b7c7-ea648c36d200" providerId="AD"/>
  <p188:author id="{3F2472C5-8B12-1143-6A0A-658379DA83CC}" name="Vu, Nguyen Anh [Tech/IT OPs &amp; Client Services]" initials="VS" userId="S::nanh.vu@dai-ichi-life.com.vn::16821a66-2d0b-4a10-8399-bcfc7a479409" providerId="AD"/>
  <p188:author id="{8FF772C9-C7C7-1C01-8126-AA2D23DDC649}" name="Quyen, Lam Chan [Tech/IT SA]" initials="" userId="S::LC.Quyen@dai-ichi-life.com.vn::203703fa-523b-442a-96ef-78aaf8484b47" providerId="AD"/>
  <p188:author id="{906C04E7-E6C2-0FEF-F990-2E9342011BD2}" name="Truc, Nguyen Thi Thanh [Tech/BA]" initials="NT" userId="S::nguyentt.truc@dai-ichi-life.com.vn::d4b95a87-95fc-458d-b4a7-2eb1931eb6da" providerId="AD"/>
  <p188:author id="{1142B4F3-6B2B-89E5-177E-821612054B41}" name="nguyentt.truc" initials="TNTT[" userId="nguyentt.truc"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ACC3A1"/>
    <a:srgbClr val="DAF2D0"/>
    <a:srgbClr val="E6CE7F"/>
    <a:srgbClr val="C2AC69"/>
    <a:srgbClr val="FFFFFF"/>
    <a:srgbClr val="A6A6A6"/>
    <a:srgbClr val="C3AD6A"/>
    <a:srgbClr val="A5A5A5"/>
    <a:srgbClr val="C3C3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EDA218-C766-A134-6B7E-E8BFA05AF43A}" v="39" dt="2025-05-12T04:56:32.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77845" autoAdjust="0"/>
  </p:normalViewPr>
  <p:slideViewPr>
    <p:cSldViewPr snapToGrid="0">
      <p:cViewPr varScale="1">
        <p:scale>
          <a:sx n="86" d="100"/>
          <a:sy n="86" d="100"/>
        </p:scale>
        <p:origin x="163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ableStyles" Target="tableStyle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slide" Target="slides/slide98.xml"/><Relationship Id="rId110" Type="http://schemas.openxmlformats.org/officeDocument/2006/relationships/viewProps" Target="viewProps.xml"/><Relationship Id="rId115"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13"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slide" Target="slides/slide99.xml"/><Relationship Id="rId10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1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14"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presProps" Target="pres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c, Nguyen Thanh [Tech/Peripheral System Dev]" userId="3409af3e-457c-4586-b1de-ae65691e6195" providerId="ADAL" clId="{08B98720-D70F-4447-9003-E8F3CA7021DD}"/>
    <pc:docChg chg="undo custSel addSld delSld modSld sldOrd">
      <pc:chgData name="Truc, Nguyen Thanh [Tech/Peripheral System Dev]" userId="3409af3e-457c-4586-b1de-ae65691e6195" providerId="ADAL" clId="{08B98720-D70F-4447-9003-E8F3CA7021DD}" dt="2025-04-02T06:33:51.322" v="2351" actId="20577"/>
      <pc:docMkLst>
        <pc:docMk/>
      </pc:docMkLst>
      <pc:sldChg chg="modSp mod">
        <pc:chgData name="Truc, Nguyen Thanh [Tech/Peripheral System Dev]" userId="3409af3e-457c-4586-b1de-ae65691e6195" providerId="ADAL" clId="{08B98720-D70F-4447-9003-E8F3CA7021DD}" dt="2025-03-21T02:04:00.717" v="942" actId="1076"/>
        <pc:sldMkLst>
          <pc:docMk/>
          <pc:sldMk cId="1803315725" sldId="2146849069"/>
        </pc:sldMkLst>
        <pc:spChg chg="mod">
          <ac:chgData name="Truc, Nguyen Thanh [Tech/Peripheral System Dev]" userId="3409af3e-457c-4586-b1de-ae65691e6195" providerId="ADAL" clId="{08B98720-D70F-4447-9003-E8F3CA7021DD}" dt="2025-03-21T02:04:00.717" v="942" actId="1076"/>
          <ac:spMkLst>
            <pc:docMk/>
            <pc:sldMk cId="1803315725" sldId="2146849069"/>
            <ac:spMk id="3" creationId="{F04E951F-ADFE-536F-ECEB-1E7FC5F41763}"/>
          </ac:spMkLst>
        </pc:spChg>
        <pc:spChg chg="mod">
          <ac:chgData name="Truc, Nguyen Thanh [Tech/Peripheral System Dev]" userId="3409af3e-457c-4586-b1de-ae65691e6195" providerId="ADAL" clId="{08B98720-D70F-4447-9003-E8F3CA7021DD}" dt="2025-03-21T02:03:36.512" v="935" actId="1036"/>
          <ac:spMkLst>
            <pc:docMk/>
            <pc:sldMk cId="1803315725" sldId="2146849069"/>
            <ac:spMk id="4" creationId="{98309C21-5B4D-4E9E-F0D3-EF65DC1B904F}"/>
          </ac:spMkLst>
        </pc:spChg>
      </pc:sldChg>
      <pc:sldChg chg="modSp mod">
        <pc:chgData name="Truc, Nguyen Thanh [Tech/Peripheral System Dev]" userId="3409af3e-457c-4586-b1de-ae65691e6195" providerId="ADAL" clId="{08B98720-D70F-4447-9003-E8F3CA7021DD}" dt="2025-04-01T04:33:25.701" v="2232" actId="1036"/>
        <pc:sldMkLst>
          <pc:docMk/>
          <pc:sldMk cId="63243762" sldId="2147473859"/>
        </pc:sldMkLst>
        <pc:spChg chg="mod">
          <ac:chgData name="Truc, Nguyen Thanh [Tech/Peripheral System Dev]" userId="3409af3e-457c-4586-b1de-ae65691e6195" providerId="ADAL" clId="{08B98720-D70F-4447-9003-E8F3CA7021DD}" dt="2025-04-01T04:33:25.701" v="2232" actId="1036"/>
          <ac:spMkLst>
            <pc:docMk/>
            <pc:sldMk cId="63243762" sldId="2147473859"/>
            <ac:spMk id="4" creationId="{83312351-E19B-4E5F-9D47-6C0A1221CF66}"/>
          </ac:spMkLst>
        </pc:spChg>
      </pc:sldChg>
      <pc:sldChg chg="addSp delSp modSp mod modNotesTx">
        <pc:chgData name="Truc, Nguyen Thanh [Tech/Peripheral System Dev]" userId="3409af3e-457c-4586-b1de-ae65691e6195" providerId="ADAL" clId="{08B98720-D70F-4447-9003-E8F3CA7021DD}" dt="2025-04-01T03:48:58.582" v="2038"/>
        <pc:sldMkLst>
          <pc:docMk/>
          <pc:sldMk cId="4255495641" sldId="2147473860"/>
        </pc:sldMkLst>
        <pc:spChg chg="del mod">
          <ac:chgData name="Truc, Nguyen Thanh [Tech/Peripheral System Dev]" userId="3409af3e-457c-4586-b1de-ae65691e6195" providerId="ADAL" clId="{08B98720-D70F-4447-9003-E8F3CA7021DD}" dt="2025-04-01T03:46:19.755" v="2037"/>
          <ac:spMkLst>
            <pc:docMk/>
            <pc:sldMk cId="4255495641" sldId="2147473860"/>
            <ac:spMk id="4" creationId="{D10CABED-EE10-78E4-D716-59D93648A2C8}"/>
          </ac:spMkLst>
        </pc:spChg>
        <pc:picChg chg="add mod">
          <ac:chgData name="Truc, Nguyen Thanh [Tech/Peripheral System Dev]" userId="3409af3e-457c-4586-b1de-ae65691e6195" providerId="ADAL" clId="{08B98720-D70F-4447-9003-E8F3CA7021DD}" dt="2025-04-01T03:46:17.998" v="2035" actId="1036"/>
          <ac:picMkLst>
            <pc:docMk/>
            <pc:sldMk cId="4255495641" sldId="2147473860"/>
            <ac:picMk id="5" creationId="{0B3FBD46-3E01-6981-CDE6-6BCA1A13B6F7}"/>
          </ac:picMkLst>
        </pc:picChg>
      </pc:sldChg>
      <pc:sldChg chg="addSp modSp mod">
        <pc:chgData name="Truc, Nguyen Thanh [Tech/Peripheral System Dev]" userId="3409af3e-457c-4586-b1de-ae65691e6195" providerId="ADAL" clId="{08B98720-D70F-4447-9003-E8F3CA7021DD}" dt="2025-04-01T04:26:43.424" v="2152" actId="1076"/>
        <pc:sldMkLst>
          <pc:docMk/>
          <pc:sldMk cId="3756094943" sldId="2147473863"/>
        </pc:sldMkLst>
        <pc:spChg chg="mod">
          <ac:chgData name="Truc, Nguyen Thanh [Tech/Peripheral System Dev]" userId="3409af3e-457c-4586-b1de-ae65691e6195" providerId="ADAL" clId="{08B98720-D70F-4447-9003-E8F3CA7021DD}" dt="2025-04-01T04:22:35.099" v="2131" actId="20577"/>
          <ac:spMkLst>
            <pc:docMk/>
            <pc:sldMk cId="3756094943" sldId="2147473863"/>
            <ac:spMk id="4" creationId="{84039EE7-EE8D-E349-6126-BB5EEB588368}"/>
          </ac:spMkLst>
        </pc:spChg>
        <pc:picChg chg="add mod">
          <ac:chgData name="Truc, Nguyen Thanh [Tech/Peripheral System Dev]" userId="3409af3e-457c-4586-b1de-ae65691e6195" providerId="ADAL" clId="{08B98720-D70F-4447-9003-E8F3CA7021DD}" dt="2025-04-01T04:26:16.496" v="2150" actId="1076"/>
          <ac:picMkLst>
            <pc:docMk/>
            <pc:sldMk cId="3756094943" sldId="2147473863"/>
            <ac:picMk id="5" creationId="{4FFEEBE4-ABAF-FBDE-13F6-020A242A4424}"/>
          </ac:picMkLst>
        </pc:picChg>
        <pc:picChg chg="add mod">
          <ac:chgData name="Truc, Nguyen Thanh [Tech/Peripheral System Dev]" userId="3409af3e-457c-4586-b1de-ae65691e6195" providerId="ADAL" clId="{08B98720-D70F-4447-9003-E8F3CA7021DD}" dt="2025-04-01T04:26:10.506" v="2148" actId="1076"/>
          <ac:picMkLst>
            <pc:docMk/>
            <pc:sldMk cId="3756094943" sldId="2147473863"/>
            <ac:picMk id="7" creationId="{1B5E8B81-2902-9945-7829-870F0544D3D9}"/>
          </ac:picMkLst>
        </pc:picChg>
        <pc:picChg chg="add mod">
          <ac:chgData name="Truc, Nguyen Thanh [Tech/Peripheral System Dev]" userId="3409af3e-457c-4586-b1de-ae65691e6195" providerId="ADAL" clId="{08B98720-D70F-4447-9003-E8F3CA7021DD}" dt="2025-04-01T04:26:16.496" v="2150" actId="1076"/>
          <ac:picMkLst>
            <pc:docMk/>
            <pc:sldMk cId="3756094943" sldId="2147473863"/>
            <ac:picMk id="10" creationId="{F05F981C-B028-21E7-FC6D-B950B327D5FC}"/>
          </ac:picMkLst>
        </pc:picChg>
        <pc:picChg chg="add mod">
          <ac:chgData name="Truc, Nguyen Thanh [Tech/Peripheral System Dev]" userId="3409af3e-457c-4586-b1de-ae65691e6195" providerId="ADAL" clId="{08B98720-D70F-4447-9003-E8F3CA7021DD}" dt="2025-04-01T04:24:21.705" v="2141" actId="1076"/>
          <ac:picMkLst>
            <pc:docMk/>
            <pc:sldMk cId="3756094943" sldId="2147473863"/>
            <ac:picMk id="12" creationId="{3B04A757-A5A1-9856-86B9-1FE6E9A9C51D}"/>
          </ac:picMkLst>
        </pc:picChg>
        <pc:picChg chg="add mod">
          <ac:chgData name="Truc, Nguyen Thanh [Tech/Peripheral System Dev]" userId="3409af3e-457c-4586-b1de-ae65691e6195" providerId="ADAL" clId="{08B98720-D70F-4447-9003-E8F3CA7021DD}" dt="2025-04-01T04:26:16.496" v="2150" actId="1076"/>
          <ac:picMkLst>
            <pc:docMk/>
            <pc:sldMk cId="3756094943" sldId="2147473863"/>
            <ac:picMk id="14" creationId="{A64F8C54-265D-850D-D245-ED0147730911}"/>
          </ac:picMkLst>
        </pc:picChg>
        <pc:picChg chg="add mod">
          <ac:chgData name="Truc, Nguyen Thanh [Tech/Peripheral System Dev]" userId="3409af3e-457c-4586-b1de-ae65691e6195" providerId="ADAL" clId="{08B98720-D70F-4447-9003-E8F3CA7021DD}" dt="2025-04-01T04:26:11.958" v="2149" actId="1076"/>
          <ac:picMkLst>
            <pc:docMk/>
            <pc:sldMk cId="3756094943" sldId="2147473863"/>
            <ac:picMk id="17" creationId="{7506E8A0-7AE5-511A-2B03-399618B607E2}"/>
          </ac:picMkLst>
        </pc:picChg>
        <pc:picChg chg="add mod">
          <ac:chgData name="Truc, Nguyen Thanh [Tech/Peripheral System Dev]" userId="3409af3e-457c-4586-b1de-ae65691e6195" providerId="ADAL" clId="{08B98720-D70F-4447-9003-E8F3CA7021DD}" dt="2025-04-01T04:26:43.424" v="2152" actId="1076"/>
          <ac:picMkLst>
            <pc:docMk/>
            <pc:sldMk cId="3756094943" sldId="2147473863"/>
            <ac:picMk id="19" creationId="{3D5BF0F5-02B7-DA62-FDDE-07AAC7CE3D32}"/>
          </ac:picMkLst>
        </pc:picChg>
      </pc:sldChg>
      <pc:sldChg chg="addSp modSp mod">
        <pc:chgData name="Truc, Nguyen Thanh [Tech/Peripheral System Dev]" userId="3409af3e-457c-4586-b1de-ae65691e6195" providerId="ADAL" clId="{08B98720-D70F-4447-9003-E8F3CA7021DD}" dt="2025-04-01T04:29:52.747" v="2187" actId="1036"/>
        <pc:sldMkLst>
          <pc:docMk/>
          <pc:sldMk cId="1045254196" sldId="2147473864"/>
        </pc:sldMkLst>
        <pc:spChg chg="mod">
          <ac:chgData name="Truc, Nguyen Thanh [Tech/Peripheral System Dev]" userId="3409af3e-457c-4586-b1de-ae65691e6195" providerId="ADAL" clId="{08B98720-D70F-4447-9003-E8F3CA7021DD}" dt="2025-04-01T04:29:20.684" v="2172" actId="14100"/>
          <ac:spMkLst>
            <pc:docMk/>
            <pc:sldMk cId="1045254196" sldId="2147473864"/>
            <ac:spMk id="4" creationId="{8D914E72-6FF5-EF14-67A4-CFCB791FD720}"/>
          </ac:spMkLst>
        </pc:spChg>
        <pc:picChg chg="add mod">
          <ac:chgData name="Truc, Nguyen Thanh [Tech/Peripheral System Dev]" userId="3409af3e-457c-4586-b1de-ae65691e6195" providerId="ADAL" clId="{08B98720-D70F-4447-9003-E8F3CA7021DD}" dt="2025-04-01T04:29:52.747" v="2187" actId="1036"/>
          <ac:picMkLst>
            <pc:docMk/>
            <pc:sldMk cId="1045254196" sldId="2147473864"/>
            <ac:picMk id="5" creationId="{6D7F94B7-D946-5700-6B64-08EF36D65290}"/>
          </ac:picMkLst>
        </pc:picChg>
      </pc:sldChg>
      <pc:sldChg chg="modSp mod">
        <pc:chgData name="Truc, Nguyen Thanh [Tech/Peripheral System Dev]" userId="3409af3e-457c-4586-b1de-ae65691e6195" providerId="ADAL" clId="{08B98720-D70F-4447-9003-E8F3CA7021DD}" dt="2025-04-02T06:32:08.857" v="2291" actId="1036"/>
        <pc:sldMkLst>
          <pc:docMk/>
          <pc:sldMk cId="2342706636" sldId="2147473869"/>
        </pc:sldMkLst>
        <pc:graphicFrameChg chg="mod">
          <ac:chgData name="Truc, Nguyen Thanh [Tech/Peripheral System Dev]" userId="3409af3e-457c-4586-b1de-ae65691e6195" providerId="ADAL" clId="{08B98720-D70F-4447-9003-E8F3CA7021DD}" dt="2025-04-02T06:32:08.857" v="2291" actId="1036"/>
          <ac:graphicFrameMkLst>
            <pc:docMk/>
            <pc:sldMk cId="2342706636" sldId="2147473869"/>
            <ac:graphicFrameMk id="2" creationId="{41398772-6B0B-8813-8CE5-B68848F58022}"/>
          </ac:graphicFrameMkLst>
        </pc:graphicFrameChg>
      </pc:sldChg>
      <pc:sldChg chg="del">
        <pc:chgData name="Truc, Nguyen Thanh [Tech/Peripheral System Dev]" userId="3409af3e-457c-4586-b1de-ae65691e6195" providerId="ADAL" clId="{08B98720-D70F-4447-9003-E8F3CA7021DD}" dt="2025-03-20T10:45:14.302" v="490" actId="47"/>
        <pc:sldMkLst>
          <pc:docMk/>
          <pc:sldMk cId="503295414" sldId="2147473871"/>
        </pc:sldMkLst>
      </pc:sldChg>
      <pc:sldChg chg="modSp mod modNotesTx">
        <pc:chgData name="Truc, Nguyen Thanh [Tech/Peripheral System Dev]" userId="3409af3e-457c-4586-b1de-ae65691e6195" providerId="ADAL" clId="{08B98720-D70F-4447-9003-E8F3CA7021DD}" dt="2025-03-20T11:04:03.221" v="560"/>
        <pc:sldMkLst>
          <pc:docMk/>
          <pc:sldMk cId="1113248857" sldId="2147473872"/>
        </pc:sldMkLst>
        <pc:spChg chg="mod">
          <ac:chgData name="Truc, Nguyen Thanh [Tech/Peripheral System Dev]" userId="3409af3e-457c-4586-b1de-ae65691e6195" providerId="ADAL" clId="{08B98720-D70F-4447-9003-E8F3CA7021DD}" dt="2025-03-20T10:54:04.002" v="498" actId="1076"/>
          <ac:spMkLst>
            <pc:docMk/>
            <pc:sldMk cId="1113248857" sldId="2147473872"/>
            <ac:spMk id="4" creationId="{04DE6EB9-A081-BB9B-9BB9-84DB85C66B9F}"/>
          </ac:spMkLst>
        </pc:spChg>
        <pc:spChg chg="mod">
          <ac:chgData name="Truc, Nguyen Thanh [Tech/Peripheral System Dev]" userId="3409af3e-457c-4586-b1de-ae65691e6195" providerId="ADAL" clId="{08B98720-D70F-4447-9003-E8F3CA7021DD}" dt="2025-03-20T10:56:09.748" v="509" actId="20577"/>
          <ac:spMkLst>
            <pc:docMk/>
            <pc:sldMk cId="1113248857" sldId="2147473872"/>
            <ac:spMk id="16" creationId="{22D1A853-8753-896E-6DFF-0B81E00496C6}"/>
          </ac:spMkLst>
        </pc:spChg>
      </pc:sldChg>
      <pc:sldChg chg="modSp mod modNotesTx">
        <pc:chgData name="Truc, Nguyen Thanh [Tech/Peripheral System Dev]" userId="3409af3e-457c-4586-b1de-ae65691e6195" providerId="ADAL" clId="{08B98720-D70F-4447-9003-E8F3CA7021DD}" dt="2025-04-01T04:52:22.064" v="2267" actId="114"/>
        <pc:sldMkLst>
          <pc:docMk/>
          <pc:sldMk cId="72103801" sldId="2147473875"/>
        </pc:sldMkLst>
        <pc:spChg chg="mod">
          <ac:chgData name="Truc, Nguyen Thanh [Tech/Peripheral System Dev]" userId="3409af3e-457c-4586-b1de-ae65691e6195" providerId="ADAL" clId="{08B98720-D70F-4447-9003-E8F3CA7021DD}" dt="2025-04-01T04:52:22.064" v="2267" actId="114"/>
          <ac:spMkLst>
            <pc:docMk/>
            <pc:sldMk cId="72103801" sldId="2147473875"/>
            <ac:spMk id="4" creationId="{4236DBE1-73FC-F65A-E740-2EB3FF575804}"/>
          </ac:spMkLst>
        </pc:spChg>
        <pc:spChg chg="mod">
          <ac:chgData name="Truc, Nguyen Thanh [Tech/Peripheral System Dev]" userId="3409af3e-457c-4586-b1de-ae65691e6195" providerId="ADAL" clId="{08B98720-D70F-4447-9003-E8F3CA7021DD}" dt="2025-04-01T04:45:41.707" v="2246" actId="255"/>
          <ac:spMkLst>
            <pc:docMk/>
            <pc:sldMk cId="72103801" sldId="2147473875"/>
            <ac:spMk id="16" creationId="{53A73003-CE10-533B-CE4A-071B1CE4A774}"/>
          </ac:spMkLst>
        </pc:spChg>
      </pc:sldChg>
      <pc:sldChg chg="modSp del mod ord">
        <pc:chgData name="Truc, Nguyen Thanh [Tech/Peripheral System Dev]" userId="3409af3e-457c-4586-b1de-ae65691e6195" providerId="ADAL" clId="{08B98720-D70F-4447-9003-E8F3CA7021DD}" dt="2025-03-20T09:54:59.482" v="126" actId="47"/>
        <pc:sldMkLst>
          <pc:docMk/>
          <pc:sldMk cId="272106610" sldId="2147473876"/>
        </pc:sldMkLst>
      </pc:sldChg>
      <pc:sldChg chg="modSp mod">
        <pc:chgData name="Truc, Nguyen Thanh [Tech/Peripheral System Dev]" userId="3409af3e-457c-4586-b1de-ae65691e6195" providerId="ADAL" clId="{08B98720-D70F-4447-9003-E8F3CA7021DD}" dt="2025-03-21T08:35:08.093" v="1391" actId="113"/>
        <pc:sldMkLst>
          <pc:docMk/>
          <pc:sldMk cId="2161068986" sldId="2147473877"/>
        </pc:sldMkLst>
        <pc:spChg chg="mod">
          <ac:chgData name="Truc, Nguyen Thanh [Tech/Peripheral System Dev]" userId="3409af3e-457c-4586-b1de-ae65691e6195" providerId="ADAL" clId="{08B98720-D70F-4447-9003-E8F3CA7021DD}" dt="2025-03-21T08:35:08.093" v="1391" actId="113"/>
          <ac:spMkLst>
            <pc:docMk/>
            <pc:sldMk cId="2161068986" sldId="2147473877"/>
            <ac:spMk id="4" creationId="{EE95A25C-EE0C-C75C-1749-5E6B8D2B2735}"/>
          </ac:spMkLst>
        </pc:spChg>
        <pc:spChg chg="mod">
          <ac:chgData name="Truc, Nguyen Thanh [Tech/Peripheral System Dev]" userId="3409af3e-457c-4586-b1de-ae65691e6195" providerId="ADAL" clId="{08B98720-D70F-4447-9003-E8F3CA7021DD}" dt="2025-03-21T08:32:44.254" v="1370" actId="14100"/>
          <ac:spMkLst>
            <pc:docMk/>
            <pc:sldMk cId="2161068986" sldId="2147473877"/>
            <ac:spMk id="16" creationId="{4FB21475-B44B-EAF5-4E95-F105DB68AEE1}"/>
          </ac:spMkLst>
        </pc:spChg>
      </pc:sldChg>
      <pc:sldChg chg="modSp add mod">
        <pc:chgData name="Truc, Nguyen Thanh [Tech/Peripheral System Dev]" userId="3409af3e-457c-4586-b1de-ae65691e6195" providerId="ADAL" clId="{08B98720-D70F-4447-9003-E8F3CA7021DD}" dt="2025-04-01T04:49:51.994" v="2249" actId="113"/>
        <pc:sldMkLst>
          <pc:docMk/>
          <pc:sldMk cId="66165108" sldId="2147473878"/>
        </pc:sldMkLst>
        <pc:spChg chg="mod">
          <ac:chgData name="Truc, Nguyen Thanh [Tech/Peripheral System Dev]" userId="3409af3e-457c-4586-b1de-ae65691e6195" providerId="ADAL" clId="{08B98720-D70F-4447-9003-E8F3CA7021DD}" dt="2025-04-01T04:49:51.994" v="2249" actId="113"/>
          <ac:spMkLst>
            <pc:docMk/>
            <pc:sldMk cId="66165108" sldId="2147473878"/>
            <ac:spMk id="4" creationId="{6E8F6EAB-FEED-3257-3D43-04BEFC6581DA}"/>
          </ac:spMkLst>
        </pc:spChg>
        <pc:spChg chg="mod">
          <ac:chgData name="Truc, Nguyen Thanh [Tech/Peripheral System Dev]" userId="3409af3e-457c-4586-b1de-ae65691e6195" providerId="ADAL" clId="{08B98720-D70F-4447-9003-E8F3CA7021DD}" dt="2025-04-01T04:45:30.952" v="2244" actId="255"/>
          <ac:spMkLst>
            <pc:docMk/>
            <pc:sldMk cId="66165108" sldId="2147473878"/>
            <ac:spMk id="16" creationId="{2B3AC0E7-7DA0-D0BC-27C3-0E4414F42448}"/>
          </ac:spMkLst>
        </pc:spChg>
      </pc:sldChg>
      <pc:sldChg chg="modSp add mod ord">
        <pc:chgData name="Truc, Nguyen Thanh [Tech/Peripheral System Dev]" userId="3409af3e-457c-4586-b1de-ae65691e6195" providerId="ADAL" clId="{08B98720-D70F-4447-9003-E8F3CA7021DD}" dt="2025-03-21T03:28:19.221" v="1049" actId="20577"/>
        <pc:sldMkLst>
          <pc:docMk/>
          <pc:sldMk cId="753904332" sldId="2147473879"/>
        </pc:sldMkLst>
        <pc:spChg chg="mod">
          <ac:chgData name="Truc, Nguyen Thanh [Tech/Peripheral System Dev]" userId="3409af3e-457c-4586-b1de-ae65691e6195" providerId="ADAL" clId="{08B98720-D70F-4447-9003-E8F3CA7021DD}" dt="2025-03-21T03:28:19.221" v="1049" actId="20577"/>
          <ac:spMkLst>
            <pc:docMk/>
            <pc:sldMk cId="753904332" sldId="2147473879"/>
            <ac:spMk id="4" creationId="{53842228-49FD-B201-76AD-53CBBEE113BB}"/>
          </ac:spMkLst>
        </pc:spChg>
        <pc:spChg chg="mod">
          <ac:chgData name="Truc, Nguyen Thanh [Tech/Peripheral System Dev]" userId="3409af3e-457c-4586-b1de-ae65691e6195" providerId="ADAL" clId="{08B98720-D70F-4447-9003-E8F3CA7021DD}" dt="2025-03-20T09:54:40.704" v="124"/>
          <ac:spMkLst>
            <pc:docMk/>
            <pc:sldMk cId="753904332" sldId="2147473879"/>
            <ac:spMk id="16" creationId="{DBF0CCF7-0FFA-5781-7070-DAD38BEA1ECE}"/>
          </ac:spMkLst>
        </pc:spChg>
      </pc:sldChg>
      <pc:sldChg chg="addSp delSp modSp add mod">
        <pc:chgData name="Truc, Nguyen Thanh [Tech/Peripheral System Dev]" userId="3409af3e-457c-4586-b1de-ae65691e6195" providerId="ADAL" clId="{08B98720-D70F-4447-9003-E8F3CA7021DD}" dt="2025-03-21T01:51:11.574" v="622" actId="20577"/>
        <pc:sldMkLst>
          <pc:docMk/>
          <pc:sldMk cId="3962668569" sldId="2147473880"/>
        </pc:sldMkLst>
        <pc:spChg chg="mod">
          <ac:chgData name="Truc, Nguyen Thanh [Tech/Peripheral System Dev]" userId="3409af3e-457c-4586-b1de-ae65691e6195" providerId="ADAL" clId="{08B98720-D70F-4447-9003-E8F3CA7021DD}" dt="2025-03-21T01:51:11.574" v="622" actId="20577"/>
          <ac:spMkLst>
            <pc:docMk/>
            <pc:sldMk cId="3962668569" sldId="2147473880"/>
            <ac:spMk id="4" creationId="{8F637AF9-44F0-EDCA-4CDB-7F578FE14224}"/>
          </ac:spMkLst>
        </pc:spChg>
        <pc:picChg chg="add mod">
          <ac:chgData name="Truc, Nguyen Thanh [Tech/Peripheral System Dev]" userId="3409af3e-457c-4586-b1de-ae65691e6195" providerId="ADAL" clId="{08B98720-D70F-4447-9003-E8F3CA7021DD}" dt="2025-03-20T10:44:45.516" v="485" actId="208"/>
          <ac:picMkLst>
            <pc:docMk/>
            <pc:sldMk cId="3962668569" sldId="2147473880"/>
            <ac:picMk id="11" creationId="{A569F646-0095-D0B6-75A0-EBF2A096B633}"/>
          </ac:picMkLst>
        </pc:picChg>
      </pc:sldChg>
      <pc:sldChg chg="addSp delSp modSp add mod">
        <pc:chgData name="Truc, Nguyen Thanh [Tech/Peripheral System Dev]" userId="3409af3e-457c-4586-b1de-ae65691e6195" providerId="ADAL" clId="{08B98720-D70F-4447-9003-E8F3CA7021DD}" dt="2025-03-20T10:30:37.669" v="407" actId="14100"/>
        <pc:sldMkLst>
          <pc:docMk/>
          <pc:sldMk cId="946080027" sldId="2147473881"/>
        </pc:sldMkLst>
        <pc:spChg chg="mod">
          <ac:chgData name="Truc, Nguyen Thanh [Tech/Peripheral System Dev]" userId="3409af3e-457c-4586-b1de-ae65691e6195" providerId="ADAL" clId="{08B98720-D70F-4447-9003-E8F3CA7021DD}" dt="2025-03-20T10:27:53.313" v="402" actId="20577"/>
          <ac:spMkLst>
            <pc:docMk/>
            <pc:sldMk cId="946080027" sldId="2147473881"/>
            <ac:spMk id="4" creationId="{C7F44658-9E9B-152C-3E9F-F2FE42506713}"/>
          </ac:spMkLst>
        </pc:spChg>
        <pc:picChg chg="add mod">
          <ac:chgData name="Truc, Nguyen Thanh [Tech/Peripheral System Dev]" userId="3409af3e-457c-4586-b1de-ae65691e6195" providerId="ADAL" clId="{08B98720-D70F-4447-9003-E8F3CA7021DD}" dt="2025-03-20T10:30:37.669" v="407" actId="14100"/>
          <ac:picMkLst>
            <pc:docMk/>
            <pc:sldMk cId="946080027" sldId="2147473881"/>
            <ac:picMk id="6" creationId="{F4B6AEFD-9917-E4FE-ACE4-539DB63E51F7}"/>
          </ac:picMkLst>
        </pc:picChg>
      </pc:sldChg>
      <pc:sldChg chg="add">
        <pc:chgData name="Truc, Nguyen Thanh [Tech/Peripheral System Dev]" userId="3409af3e-457c-4586-b1de-ae65691e6195" providerId="ADAL" clId="{08B98720-D70F-4447-9003-E8F3CA7021DD}" dt="2025-03-20T10:37:18.190" v="409" actId="2890"/>
        <pc:sldMkLst>
          <pc:docMk/>
          <pc:sldMk cId="397790240" sldId="2147473882"/>
        </pc:sldMkLst>
      </pc:sldChg>
      <pc:sldChg chg="modSp add mod modNotesTx">
        <pc:chgData name="Truc, Nguyen Thanh [Tech/Peripheral System Dev]" userId="3409af3e-457c-4586-b1de-ae65691e6195" providerId="ADAL" clId="{08B98720-D70F-4447-9003-E8F3CA7021DD}" dt="2025-03-20T11:04:07.954" v="561"/>
        <pc:sldMkLst>
          <pc:docMk/>
          <pc:sldMk cId="3205630102" sldId="2147473883"/>
        </pc:sldMkLst>
      </pc:sldChg>
      <pc:sldChg chg="addSp modSp add mod ord modNotesTx">
        <pc:chgData name="Truc, Nguyen Thanh [Tech/Peripheral System Dev]" userId="3409af3e-457c-4586-b1de-ae65691e6195" providerId="ADAL" clId="{08B98720-D70F-4447-9003-E8F3CA7021DD}" dt="2025-03-28T05:36:14.748" v="2021" actId="113"/>
        <pc:sldMkLst>
          <pc:docMk/>
          <pc:sldMk cId="2152645558" sldId="2147473884"/>
        </pc:sldMkLst>
        <pc:spChg chg="mod">
          <ac:chgData name="Truc, Nguyen Thanh [Tech/Peripheral System Dev]" userId="3409af3e-457c-4586-b1de-ae65691e6195" providerId="ADAL" clId="{08B98720-D70F-4447-9003-E8F3CA7021DD}" dt="2025-03-28T05:36:14.748" v="2021" actId="113"/>
          <ac:spMkLst>
            <pc:docMk/>
            <pc:sldMk cId="2152645558" sldId="2147473884"/>
            <ac:spMk id="4" creationId="{387D1B12-B9DB-7FA4-F7A0-9A5C397C5141}"/>
          </ac:spMkLst>
        </pc:spChg>
        <pc:spChg chg="mod">
          <ac:chgData name="Truc, Nguyen Thanh [Tech/Peripheral System Dev]" userId="3409af3e-457c-4586-b1de-ae65691e6195" providerId="ADAL" clId="{08B98720-D70F-4447-9003-E8F3CA7021DD}" dt="2025-03-20T10:56:24.603" v="515" actId="20577"/>
          <ac:spMkLst>
            <pc:docMk/>
            <pc:sldMk cId="2152645558" sldId="2147473884"/>
            <ac:spMk id="16" creationId="{DE8A3C2D-39F1-E15F-598F-453F01825674}"/>
          </ac:spMkLst>
        </pc:spChg>
      </pc:sldChg>
      <pc:sldChg chg="modSp add mod">
        <pc:chgData name="Truc, Nguyen Thanh [Tech/Peripheral System Dev]" userId="3409af3e-457c-4586-b1de-ae65691e6195" providerId="ADAL" clId="{08B98720-D70F-4447-9003-E8F3CA7021DD}" dt="2025-03-28T05:36:37.333" v="2024" actId="113"/>
        <pc:sldMkLst>
          <pc:docMk/>
          <pc:sldMk cId="1245507816" sldId="2147473885"/>
        </pc:sldMkLst>
        <pc:spChg chg="mod">
          <ac:chgData name="Truc, Nguyen Thanh [Tech/Peripheral System Dev]" userId="3409af3e-457c-4586-b1de-ae65691e6195" providerId="ADAL" clId="{08B98720-D70F-4447-9003-E8F3CA7021DD}" dt="2025-03-28T05:36:37.333" v="2024" actId="113"/>
          <ac:spMkLst>
            <pc:docMk/>
            <pc:sldMk cId="1245507816" sldId="2147473885"/>
            <ac:spMk id="4" creationId="{A9998FF2-5752-FEED-24E0-2C1D249B93BF}"/>
          </ac:spMkLst>
        </pc:spChg>
      </pc:sldChg>
      <pc:sldChg chg="add del">
        <pc:chgData name="Truc, Nguyen Thanh [Tech/Peripheral System Dev]" userId="3409af3e-457c-4586-b1de-ae65691e6195" providerId="ADAL" clId="{08B98720-D70F-4447-9003-E8F3CA7021DD}" dt="2025-03-21T04:23:53.353" v="1279" actId="47"/>
        <pc:sldMkLst>
          <pc:docMk/>
          <pc:sldMk cId="2516965178" sldId="2147473886"/>
        </pc:sldMkLst>
      </pc:sldChg>
      <pc:sldChg chg="modSp add mod">
        <pc:chgData name="Truc, Nguyen Thanh [Tech/Peripheral System Dev]" userId="3409af3e-457c-4586-b1de-ae65691e6195" providerId="ADAL" clId="{08B98720-D70F-4447-9003-E8F3CA7021DD}" dt="2025-03-28T05:36:22.213" v="2023" actId="113"/>
        <pc:sldMkLst>
          <pc:docMk/>
          <pc:sldMk cId="1916422035" sldId="2147473887"/>
        </pc:sldMkLst>
        <pc:spChg chg="mod">
          <ac:chgData name="Truc, Nguyen Thanh [Tech/Peripheral System Dev]" userId="3409af3e-457c-4586-b1de-ae65691e6195" providerId="ADAL" clId="{08B98720-D70F-4447-9003-E8F3CA7021DD}" dt="2025-03-28T05:36:22.213" v="2023" actId="113"/>
          <ac:spMkLst>
            <pc:docMk/>
            <pc:sldMk cId="1916422035" sldId="2147473887"/>
            <ac:spMk id="4" creationId="{69A6C3AE-8291-FE0D-F329-F3260F6E66F8}"/>
          </ac:spMkLst>
        </pc:spChg>
      </pc:sldChg>
      <pc:sldChg chg="modSp add mod">
        <pc:chgData name="Truc, Nguyen Thanh [Tech/Peripheral System Dev]" userId="3409af3e-457c-4586-b1de-ae65691e6195" providerId="ADAL" clId="{08B98720-D70F-4447-9003-E8F3CA7021DD}" dt="2025-03-21T02:02:18.817" v="910" actId="20577"/>
        <pc:sldMkLst>
          <pc:docMk/>
          <pc:sldMk cId="714267541" sldId="2147473888"/>
        </pc:sldMkLst>
        <pc:spChg chg="mod">
          <ac:chgData name="Truc, Nguyen Thanh [Tech/Peripheral System Dev]" userId="3409af3e-457c-4586-b1de-ae65691e6195" providerId="ADAL" clId="{08B98720-D70F-4447-9003-E8F3CA7021DD}" dt="2025-03-21T02:02:18.817" v="910" actId="20577"/>
          <ac:spMkLst>
            <pc:docMk/>
            <pc:sldMk cId="714267541" sldId="2147473888"/>
            <ac:spMk id="4" creationId="{0E519CBE-DAD7-DEA2-479E-912B089B55CF}"/>
          </ac:spMkLst>
        </pc:spChg>
      </pc:sldChg>
      <pc:sldChg chg="modSp mod">
        <pc:chgData name="Truc, Nguyen Thanh [Tech/Peripheral System Dev]" userId="3409af3e-457c-4586-b1de-ae65691e6195" providerId="ADAL" clId="{08B98720-D70F-4447-9003-E8F3CA7021DD}" dt="2025-03-21T08:23:53.842" v="1300" actId="20577"/>
        <pc:sldMkLst>
          <pc:docMk/>
          <pc:sldMk cId="3956638242" sldId="2147473892"/>
        </pc:sldMkLst>
        <pc:spChg chg="mod">
          <ac:chgData name="Truc, Nguyen Thanh [Tech/Peripheral System Dev]" userId="3409af3e-457c-4586-b1de-ae65691e6195" providerId="ADAL" clId="{08B98720-D70F-4447-9003-E8F3CA7021DD}" dt="2025-03-21T08:23:53.842" v="1300" actId="20577"/>
          <ac:spMkLst>
            <pc:docMk/>
            <pc:sldMk cId="3956638242" sldId="2147473892"/>
            <ac:spMk id="3" creationId="{E2E516B0-0B19-00C3-1FFE-70BE4C90E66D}"/>
          </ac:spMkLst>
        </pc:spChg>
      </pc:sldChg>
      <pc:sldChg chg="modSp mod">
        <pc:chgData name="Truc, Nguyen Thanh [Tech/Peripheral System Dev]" userId="3409af3e-457c-4586-b1de-ae65691e6195" providerId="ADAL" clId="{08B98720-D70F-4447-9003-E8F3CA7021DD}" dt="2025-03-21T08:32:13.452" v="1363" actId="20577"/>
        <pc:sldMkLst>
          <pc:docMk/>
          <pc:sldMk cId="725143216" sldId="2147473894"/>
        </pc:sldMkLst>
        <pc:spChg chg="mod">
          <ac:chgData name="Truc, Nguyen Thanh [Tech/Peripheral System Dev]" userId="3409af3e-457c-4586-b1de-ae65691e6195" providerId="ADAL" clId="{08B98720-D70F-4447-9003-E8F3CA7021DD}" dt="2025-03-21T08:32:13.452" v="1363" actId="20577"/>
          <ac:spMkLst>
            <pc:docMk/>
            <pc:sldMk cId="725143216" sldId="2147473894"/>
            <ac:spMk id="3" creationId="{8092055E-B26E-344A-054E-73336862AB7B}"/>
          </ac:spMkLst>
        </pc:spChg>
      </pc:sldChg>
      <pc:sldChg chg="modSp add mod">
        <pc:chgData name="Truc, Nguyen Thanh [Tech/Peripheral System Dev]" userId="3409af3e-457c-4586-b1de-ae65691e6195" providerId="ADAL" clId="{08B98720-D70F-4447-9003-E8F3CA7021DD}" dt="2025-03-28T05:36:18.250" v="2022" actId="113"/>
        <pc:sldMkLst>
          <pc:docMk/>
          <pc:sldMk cId="1719103934" sldId="2147473895"/>
        </pc:sldMkLst>
        <pc:spChg chg="mod">
          <ac:chgData name="Truc, Nguyen Thanh [Tech/Peripheral System Dev]" userId="3409af3e-457c-4586-b1de-ae65691e6195" providerId="ADAL" clId="{08B98720-D70F-4447-9003-E8F3CA7021DD}" dt="2025-03-28T05:36:18.250" v="2022" actId="113"/>
          <ac:spMkLst>
            <pc:docMk/>
            <pc:sldMk cId="1719103934" sldId="2147473895"/>
            <ac:spMk id="4" creationId="{5037B30C-8A5F-E190-0C66-44D7BC15BE6A}"/>
          </ac:spMkLst>
        </pc:spChg>
      </pc:sldChg>
      <pc:sldChg chg="modSp add mod ord">
        <pc:chgData name="Truc, Nguyen Thanh [Tech/Peripheral System Dev]" userId="3409af3e-457c-4586-b1de-ae65691e6195" providerId="ADAL" clId="{08B98720-D70F-4447-9003-E8F3CA7021DD}" dt="2025-03-21T04:08:32.208" v="1277" actId="113"/>
        <pc:sldMkLst>
          <pc:docMk/>
          <pc:sldMk cId="598149099" sldId="2147473896"/>
        </pc:sldMkLst>
        <pc:spChg chg="mod">
          <ac:chgData name="Truc, Nguyen Thanh [Tech/Peripheral System Dev]" userId="3409af3e-457c-4586-b1de-ae65691e6195" providerId="ADAL" clId="{08B98720-D70F-4447-9003-E8F3CA7021DD}" dt="2025-03-21T04:08:32.208" v="1277" actId="113"/>
          <ac:spMkLst>
            <pc:docMk/>
            <pc:sldMk cId="598149099" sldId="2147473896"/>
            <ac:spMk id="4" creationId="{4521DA00-AEEF-CA22-1D68-355EE36479D0}"/>
          </ac:spMkLst>
        </pc:spChg>
      </pc:sldChg>
      <pc:sldChg chg="del">
        <pc:chgData name="Truc, Nguyen Thanh [Tech/Peripheral System Dev]" userId="3409af3e-457c-4586-b1de-ae65691e6195" providerId="ADAL" clId="{08B98720-D70F-4447-9003-E8F3CA7021DD}" dt="2025-03-24T01:58:45.152" v="2019" actId="47"/>
        <pc:sldMkLst>
          <pc:docMk/>
          <pc:sldMk cId="4098938513" sldId="2147473898"/>
        </pc:sldMkLst>
      </pc:sldChg>
      <pc:sldChg chg="modSp add mod ord">
        <pc:chgData name="Truc, Nguyen Thanh [Tech/Peripheral System Dev]" userId="3409af3e-457c-4586-b1de-ae65691e6195" providerId="ADAL" clId="{08B98720-D70F-4447-9003-E8F3CA7021DD}" dt="2025-03-21T10:28:43.171" v="1611" actId="1076"/>
        <pc:sldMkLst>
          <pc:docMk/>
          <pc:sldMk cId="3927834368" sldId="2147473899"/>
        </pc:sldMkLst>
        <pc:spChg chg="mod">
          <ac:chgData name="Truc, Nguyen Thanh [Tech/Peripheral System Dev]" userId="3409af3e-457c-4586-b1de-ae65691e6195" providerId="ADAL" clId="{08B98720-D70F-4447-9003-E8F3CA7021DD}" dt="2025-03-21T10:28:43.171" v="1611" actId="1076"/>
          <ac:spMkLst>
            <pc:docMk/>
            <pc:sldMk cId="3927834368" sldId="2147473899"/>
            <ac:spMk id="3" creationId="{7B9C7A13-4192-1B8A-5B33-7EDE3D305052}"/>
          </ac:spMkLst>
        </pc:spChg>
      </pc:sldChg>
      <pc:sldChg chg="modSp add mod">
        <pc:chgData name="Truc, Nguyen Thanh [Tech/Peripheral System Dev]" userId="3409af3e-457c-4586-b1de-ae65691e6195" providerId="ADAL" clId="{08B98720-D70F-4447-9003-E8F3CA7021DD}" dt="2025-03-21T08:42:47.128" v="1445" actId="113"/>
        <pc:sldMkLst>
          <pc:docMk/>
          <pc:sldMk cId="733665223" sldId="2147473900"/>
        </pc:sldMkLst>
        <pc:spChg chg="mod">
          <ac:chgData name="Truc, Nguyen Thanh [Tech/Peripheral System Dev]" userId="3409af3e-457c-4586-b1de-ae65691e6195" providerId="ADAL" clId="{08B98720-D70F-4447-9003-E8F3CA7021DD}" dt="2025-03-21T08:42:47.128" v="1445" actId="113"/>
          <ac:spMkLst>
            <pc:docMk/>
            <pc:sldMk cId="733665223" sldId="2147473900"/>
            <ac:spMk id="4" creationId="{310A5D78-E7C9-5BDF-20E1-7381C29997D8}"/>
          </ac:spMkLst>
        </pc:spChg>
      </pc:sldChg>
      <pc:sldChg chg="modSp add mod">
        <pc:chgData name="Truc, Nguyen Thanh [Tech/Peripheral System Dev]" userId="3409af3e-457c-4586-b1de-ae65691e6195" providerId="ADAL" clId="{08B98720-D70F-4447-9003-E8F3CA7021DD}" dt="2025-03-21T08:46:53.724" v="1489" actId="1076"/>
        <pc:sldMkLst>
          <pc:docMk/>
          <pc:sldMk cId="3098814550" sldId="2147473901"/>
        </pc:sldMkLst>
        <pc:spChg chg="mod">
          <ac:chgData name="Truc, Nguyen Thanh [Tech/Peripheral System Dev]" userId="3409af3e-457c-4586-b1de-ae65691e6195" providerId="ADAL" clId="{08B98720-D70F-4447-9003-E8F3CA7021DD}" dt="2025-03-21T08:46:53.724" v="1489" actId="1076"/>
          <ac:spMkLst>
            <pc:docMk/>
            <pc:sldMk cId="3098814550" sldId="2147473901"/>
            <ac:spMk id="4" creationId="{7CF895BE-6006-C6F0-4125-949D0407B2C7}"/>
          </ac:spMkLst>
        </pc:spChg>
        <pc:spChg chg="mod">
          <ac:chgData name="Truc, Nguyen Thanh [Tech/Peripheral System Dev]" userId="3409af3e-457c-4586-b1de-ae65691e6195" providerId="ADAL" clId="{08B98720-D70F-4447-9003-E8F3CA7021DD}" dt="2025-03-21T08:36:48.803" v="1403" actId="255"/>
          <ac:spMkLst>
            <pc:docMk/>
            <pc:sldMk cId="3098814550" sldId="2147473901"/>
            <ac:spMk id="16" creationId="{C2D56483-2806-E838-47E5-5F9239BDFDC3}"/>
          </ac:spMkLst>
        </pc:spChg>
      </pc:sldChg>
      <pc:sldChg chg="modSp add mod ord">
        <pc:chgData name="Truc, Nguyen Thanh [Tech/Peripheral System Dev]" userId="3409af3e-457c-4586-b1de-ae65691e6195" providerId="ADAL" clId="{08B98720-D70F-4447-9003-E8F3CA7021DD}" dt="2025-03-21T08:38:18.145" v="1411" actId="255"/>
        <pc:sldMkLst>
          <pc:docMk/>
          <pc:sldMk cId="971385378" sldId="2147473902"/>
        </pc:sldMkLst>
        <pc:spChg chg="mod">
          <ac:chgData name="Truc, Nguyen Thanh [Tech/Peripheral System Dev]" userId="3409af3e-457c-4586-b1de-ae65691e6195" providerId="ADAL" clId="{08B98720-D70F-4447-9003-E8F3CA7021DD}" dt="2025-03-21T08:38:18.145" v="1411" actId="255"/>
          <ac:spMkLst>
            <pc:docMk/>
            <pc:sldMk cId="971385378" sldId="2147473902"/>
            <ac:spMk id="16" creationId="{302AED4E-2FC4-8797-AFBD-6DE534865C8D}"/>
          </ac:spMkLst>
        </pc:spChg>
      </pc:sldChg>
      <pc:sldChg chg="add">
        <pc:chgData name="Truc, Nguyen Thanh [Tech/Peripheral System Dev]" userId="3409af3e-457c-4586-b1de-ae65691e6195" providerId="ADAL" clId="{08B98720-D70F-4447-9003-E8F3CA7021DD}" dt="2025-03-21T08:45:57.356" v="1485" actId="2890"/>
        <pc:sldMkLst>
          <pc:docMk/>
          <pc:sldMk cId="1321196831" sldId="2147473903"/>
        </pc:sldMkLst>
      </pc:sldChg>
      <pc:sldChg chg="modSp add del mod">
        <pc:chgData name="Truc, Nguyen Thanh [Tech/Peripheral System Dev]" userId="3409af3e-457c-4586-b1de-ae65691e6195" providerId="ADAL" clId="{08B98720-D70F-4447-9003-E8F3CA7021DD}" dt="2025-03-21T08:45:51.412" v="1484" actId="47"/>
        <pc:sldMkLst>
          <pc:docMk/>
          <pc:sldMk cId="1854858346" sldId="2147473903"/>
        </pc:sldMkLst>
      </pc:sldChg>
      <pc:sldChg chg="modSp add mod">
        <pc:chgData name="Truc, Nguyen Thanh [Tech/Peripheral System Dev]" userId="3409af3e-457c-4586-b1de-ae65691e6195" providerId="ADAL" clId="{08B98720-D70F-4447-9003-E8F3CA7021DD}" dt="2025-03-21T08:50:35.133" v="1527" actId="255"/>
        <pc:sldMkLst>
          <pc:docMk/>
          <pc:sldMk cId="764195232" sldId="2147473904"/>
        </pc:sldMkLst>
        <pc:spChg chg="mod">
          <ac:chgData name="Truc, Nguyen Thanh [Tech/Peripheral System Dev]" userId="3409af3e-457c-4586-b1de-ae65691e6195" providerId="ADAL" clId="{08B98720-D70F-4447-9003-E8F3CA7021DD}" dt="2025-03-21T08:50:35.133" v="1527" actId="255"/>
          <ac:spMkLst>
            <pc:docMk/>
            <pc:sldMk cId="764195232" sldId="2147473904"/>
            <ac:spMk id="4" creationId="{5E4FEBF8-41AE-C103-C138-BDB08077F3B7}"/>
          </ac:spMkLst>
        </pc:spChg>
        <pc:spChg chg="mod">
          <ac:chgData name="Truc, Nguyen Thanh [Tech/Peripheral System Dev]" userId="3409af3e-457c-4586-b1de-ae65691e6195" providerId="ADAL" clId="{08B98720-D70F-4447-9003-E8F3CA7021DD}" dt="2025-03-21T08:47:48.722" v="1499" actId="255"/>
          <ac:spMkLst>
            <pc:docMk/>
            <pc:sldMk cId="764195232" sldId="2147473904"/>
            <ac:spMk id="16" creationId="{B7E6D831-01D8-F2B9-5EE3-AF2FA8F36EF0}"/>
          </ac:spMkLst>
        </pc:spChg>
      </pc:sldChg>
      <pc:sldChg chg="addSp delSp modSp add mod">
        <pc:chgData name="Truc, Nguyen Thanh [Tech/Peripheral System Dev]" userId="3409af3e-457c-4586-b1de-ae65691e6195" providerId="ADAL" clId="{08B98720-D70F-4447-9003-E8F3CA7021DD}" dt="2025-03-21T08:52:13.815" v="1542" actId="1036"/>
        <pc:sldMkLst>
          <pc:docMk/>
          <pc:sldMk cId="1602237723" sldId="2147473905"/>
        </pc:sldMkLst>
        <pc:picChg chg="add mod">
          <ac:chgData name="Truc, Nguyen Thanh [Tech/Peripheral System Dev]" userId="3409af3e-457c-4586-b1de-ae65691e6195" providerId="ADAL" clId="{08B98720-D70F-4447-9003-E8F3CA7021DD}" dt="2025-03-21T08:52:13.815" v="1542" actId="1036"/>
          <ac:picMkLst>
            <pc:docMk/>
            <pc:sldMk cId="1602237723" sldId="2147473905"/>
            <ac:picMk id="5" creationId="{678B1A4D-78E1-08AD-E538-2FD397F5B018}"/>
          </ac:picMkLst>
        </pc:picChg>
      </pc:sldChg>
      <pc:sldChg chg="modSp add mod ord">
        <pc:chgData name="Truc, Nguyen Thanh [Tech/Peripheral System Dev]" userId="3409af3e-457c-4586-b1de-ae65691e6195" providerId="ADAL" clId="{08B98720-D70F-4447-9003-E8F3CA7021DD}" dt="2025-03-21T09:06:51.083" v="1563" actId="255"/>
        <pc:sldMkLst>
          <pc:docMk/>
          <pc:sldMk cId="3427156456" sldId="2147473906"/>
        </pc:sldMkLst>
        <pc:spChg chg="mod">
          <ac:chgData name="Truc, Nguyen Thanh [Tech/Peripheral System Dev]" userId="3409af3e-457c-4586-b1de-ae65691e6195" providerId="ADAL" clId="{08B98720-D70F-4447-9003-E8F3CA7021DD}" dt="2025-03-21T09:06:51.083" v="1563" actId="255"/>
          <ac:spMkLst>
            <pc:docMk/>
            <pc:sldMk cId="3427156456" sldId="2147473906"/>
            <ac:spMk id="4" creationId="{94F79782-D23C-7E8D-CED7-531D2C5519F8}"/>
          </ac:spMkLst>
        </pc:spChg>
        <pc:spChg chg="mod">
          <ac:chgData name="Truc, Nguyen Thanh [Tech/Peripheral System Dev]" userId="3409af3e-457c-4586-b1de-ae65691e6195" providerId="ADAL" clId="{08B98720-D70F-4447-9003-E8F3CA7021DD}" dt="2025-03-21T08:53:09.996" v="1547" actId="255"/>
          <ac:spMkLst>
            <pc:docMk/>
            <pc:sldMk cId="3427156456" sldId="2147473906"/>
            <ac:spMk id="16" creationId="{236901D5-4109-7C3F-DB4D-8C29B5C88D15}"/>
          </ac:spMkLst>
        </pc:spChg>
      </pc:sldChg>
      <pc:sldChg chg="modSp add mod">
        <pc:chgData name="Truc, Nguyen Thanh [Tech/Peripheral System Dev]" userId="3409af3e-457c-4586-b1de-ae65691e6195" providerId="ADAL" clId="{08B98720-D70F-4447-9003-E8F3CA7021DD}" dt="2025-03-21T09:07:20.421" v="1568" actId="1076"/>
        <pc:sldMkLst>
          <pc:docMk/>
          <pc:sldMk cId="1874818102" sldId="2147473907"/>
        </pc:sldMkLst>
      </pc:sldChg>
      <pc:sldChg chg="modSp add mod">
        <pc:chgData name="Truc, Nguyen Thanh [Tech/Peripheral System Dev]" userId="3409af3e-457c-4586-b1de-ae65691e6195" providerId="ADAL" clId="{08B98720-D70F-4447-9003-E8F3CA7021DD}" dt="2025-03-21T09:08:51.753" v="1571"/>
        <pc:sldMkLst>
          <pc:docMk/>
          <pc:sldMk cId="2491141531" sldId="2147473908"/>
        </pc:sldMkLst>
        <pc:spChg chg="mod">
          <ac:chgData name="Truc, Nguyen Thanh [Tech/Peripheral System Dev]" userId="3409af3e-457c-4586-b1de-ae65691e6195" providerId="ADAL" clId="{08B98720-D70F-4447-9003-E8F3CA7021DD}" dt="2025-03-21T09:08:51.753" v="1571"/>
          <ac:spMkLst>
            <pc:docMk/>
            <pc:sldMk cId="2491141531" sldId="2147473908"/>
            <ac:spMk id="4" creationId="{8F0C42A0-7BCD-5FE6-C939-110BC49ED678}"/>
          </ac:spMkLst>
        </pc:spChg>
      </pc:sldChg>
      <pc:sldChg chg="modSp add mod">
        <pc:chgData name="Truc, Nguyen Thanh [Tech/Peripheral System Dev]" userId="3409af3e-457c-4586-b1de-ae65691e6195" providerId="ADAL" clId="{08B98720-D70F-4447-9003-E8F3CA7021DD}" dt="2025-03-21T09:45:11.277" v="1604" actId="113"/>
        <pc:sldMkLst>
          <pc:docMk/>
          <pc:sldMk cId="2526667994" sldId="2147473909"/>
        </pc:sldMkLst>
        <pc:spChg chg="mod">
          <ac:chgData name="Truc, Nguyen Thanh [Tech/Peripheral System Dev]" userId="3409af3e-457c-4586-b1de-ae65691e6195" providerId="ADAL" clId="{08B98720-D70F-4447-9003-E8F3CA7021DD}" dt="2025-03-21T09:45:11.277" v="1604" actId="113"/>
          <ac:spMkLst>
            <pc:docMk/>
            <pc:sldMk cId="2526667994" sldId="2147473909"/>
            <ac:spMk id="4" creationId="{7CF1A81A-04D1-2CF6-E461-1CC84047185B}"/>
          </ac:spMkLst>
        </pc:spChg>
        <pc:spChg chg="mod">
          <ac:chgData name="Truc, Nguyen Thanh [Tech/Peripheral System Dev]" userId="3409af3e-457c-4586-b1de-ae65691e6195" providerId="ADAL" clId="{08B98720-D70F-4447-9003-E8F3CA7021DD}" dt="2025-03-21T09:32:00.828" v="1579" actId="404"/>
          <ac:spMkLst>
            <pc:docMk/>
            <pc:sldMk cId="2526667994" sldId="2147473909"/>
            <ac:spMk id="16" creationId="{D2FD84AC-3173-0F80-C29E-321BFA60C2DC}"/>
          </ac:spMkLst>
        </pc:spChg>
      </pc:sldChg>
      <pc:sldChg chg="add del">
        <pc:chgData name="Truc, Nguyen Thanh [Tech/Peripheral System Dev]" userId="3409af3e-457c-4586-b1de-ae65691e6195" providerId="ADAL" clId="{08B98720-D70F-4447-9003-E8F3CA7021DD}" dt="2025-03-21T09:45:28.756" v="1605" actId="2696"/>
        <pc:sldMkLst>
          <pc:docMk/>
          <pc:sldMk cId="607370551" sldId="2147473910"/>
        </pc:sldMkLst>
      </pc:sldChg>
      <pc:sldChg chg="modSp add mod ord">
        <pc:chgData name="Truc, Nguyen Thanh [Tech/Peripheral System Dev]" userId="3409af3e-457c-4586-b1de-ae65691e6195" providerId="ADAL" clId="{08B98720-D70F-4447-9003-E8F3CA7021DD}" dt="2025-03-21T10:41:47.333" v="1729" actId="1035"/>
        <pc:sldMkLst>
          <pc:docMk/>
          <pc:sldMk cId="940301040" sldId="2147473910"/>
        </pc:sldMkLst>
        <pc:spChg chg="mod">
          <ac:chgData name="Truc, Nguyen Thanh [Tech/Peripheral System Dev]" userId="3409af3e-457c-4586-b1de-ae65691e6195" providerId="ADAL" clId="{08B98720-D70F-4447-9003-E8F3CA7021DD}" dt="2025-03-21T10:41:47.333" v="1729" actId="1035"/>
          <ac:spMkLst>
            <pc:docMk/>
            <pc:sldMk cId="940301040" sldId="2147473910"/>
            <ac:spMk id="4" creationId="{FA80AC1F-6B50-0E3D-08E6-55C19285C828}"/>
          </ac:spMkLst>
        </pc:spChg>
        <pc:spChg chg="mod">
          <ac:chgData name="Truc, Nguyen Thanh [Tech/Peripheral System Dev]" userId="3409af3e-457c-4586-b1de-ae65691e6195" providerId="ADAL" clId="{08B98720-D70F-4447-9003-E8F3CA7021DD}" dt="2025-03-21T10:39:10.582" v="1685" actId="14100"/>
          <ac:spMkLst>
            <pc:docMk/>
            <pc:sldMk cId="940301040" sldId="2147473910"/>
            <ac:spMk id="16" creationId="{192A8DBA-1FE7-6DBB-FE55-53D024986FDF}"/>
          </ac:spMkLst>
        </pc:spChg>
      </pc:sldChg>
      <pc:sldChg chg="modSp add mod">
        <pc:chgData name="Truc, Nguyen Thanh [Tech/Peripheral System Dev]" userId="3409af3e-457c-4586-b1de-ae65691e6195" providerId="ADAL" clId="{08B98720-D70F-4447-9003-E8F3CA7021DD}" dt="2025-03-21T10:39:51.537" v="1690" actId="113"/>
        <pc:sldMkLst>
          <pc:docMk/>
          <pc:sldMk cId="840089794" sldId="2147473911"/>
        </pc:sldMkLst>
        <pc:spChg chg="mod">
          <ac:chgData name="Truc, Nguyen Thanh [Tech/Peripheral System Dev]" userId="3409af3e-457c-4586-b1de-ae65691e6195" providerId="ADAL" clId="{08B98720-D70F-4447-9003-E8F3CA7021DD}" dt="2025-03-21T10:39:51.537" v="1690" actId="113"/>
          <ac:spMkLst>
            <pc:docMk/>
            <pc:sldMk cId="840089794" sldId="2147473911"/>
            <ac:spMk id="4" creationId="{5AB930E4-23F5-6E78-94E2-2F31674C9B7E}"/>
          </ac:spMkLst>
        </pc:spChg>
      </pc:sldChg>
      <pc:sldChg chg="modSp add mod">
        <pc:chgData name="Truc, Nguyen Thanh [Tech/Peripheral System Dev]" userId="3409af3e-457c-4586-b1de-ae65691e6195" providerId="ADAL" clId="{08B98720-D70F-4447-9003-E8F3CA7021DD}" dt="2025-03-21T10:48:16.060" v="1788" actId="1035"/>
        <pc:sldMkLst>
          <pc:docMk/>
          <pc:sldMk cId="2402235141" sldId="2147473912"/>
        </pc:sldMkLst>
        <pc:spChg chg="mod">
          <ac:chgData name="Truc, Nguyen Thanh [Tech/Peripheral System Dev]" userId="3409af3e-457c-4586-b1de-ae65691e6195" providerId="ADAL" clId="{08B98720-D70F-4447-9003-E8F3CA7021DD}" dt="2025-03-21T10:48:16.060" v="1788" actId="1035"/>
          <ac:spMkLst>
            <pc:docMk/>
            <pc:sldMk cId="2402235141" sldId="2147473912"/>
            <ac:spMk id="4" creationId="{3FC47C8B-F191-F049-E45B-D556087EA2F6}"/>
          </ac:spMkLst>
        </pc:spChg>
      </pc:sldChg>
      <pc:sldChg chg="modSp add mod">
        <pc:chgData name="Truc, Nguyen Thanh [Tech/Peripheral System Dev]" userId="3409af3e-457c-4586-b1de-ae65691e6195" providerId="ADAL" clId="{08B98720-D70F-4447-9003-E8F3CA7021DD}" dt="2025-03-21T10:47:59.714" v="1777" actId="1076"/>
        <pc:sldMkLst>
          <pc:docMk/>
          <pc:sldMk cId="2429497417" sldId="2147473913"/>
        </pc:sldMkLst>
        <pc:spChg chg="mod">
          <ac:chgData name="Truc, Nguyen Thanh [Tech/Peripheral System Dev]" userId="3409af3e-457c-4586-b1de-ae65691e6195" providerId="ADAL" clId="{08B98720-D70F-4447-9003-E8F3CA7021DD}" dt="2025-03-21T10:47:59.714" v="1777" actId="1076"/>
          <ac:spMkLst>
            <pc:docMk/>
            <pc:sldMk cId="2429497417" sldId="2147473913"/>
            <ac:spMk id="4" creationId="{A9AC1966-6B89-D8A6-38A8-FF887A5A4C0D}"/>
          </ac:spMkLst>
        </pc:spChg>
      </pc:sldChg>
      <pc:sldChg chg="modSp add mod">
        <pc:chgData name="Truc, Nguyen Thanh [Tech/Peripheral System Dev]" userId="3409af3e-457c-4586-b1de-ae65691e6195" providerId="ADAL" clId="{08B98720-D70F-4447-9003-E8F3CA7021DD}" dt="2025-03-21T10:50:33.109" v="1837" actId="1035"/>
        <pc:sldMkLst>
          <pc:docMk/>
          <pc:sldMk cId="3125167468" sldId="2147473914"/>
        </pc:sldMkLst>
        <pc:spChg chg="mod">
          <ac:chgData name="Truc, Nguyen Thanh [Tech/Peripheral System Dev]" userId="3409af3e-457c-4586-b1de-ae65691e6195" providerId="ADAL" clId="{08B98720-D70F-4447-9003-E8F3CA7021DD}" dt="2025-03-21T10:50:33.109" v="1837" actId="1035"/>
          <ac:spMkLst>
            <pc:docMk/>
            <pc:sldMk cId="3125167468" sldId="2147473914"/>
            <ac:spMk id="4" creationId="{4DB8ACCD-1A05-AF19-0CD8-0D044058AF43}"/>
          </ac:spMkLst>
        </pc:spChg>
        <pc:spChg chg="mod">
          <ac:chgData name="Truc, Nguyen Thanh [Tech/Peripheral System Dev]" userId="3409af3e-457c-4586-b1de-ae65691e6195" providerId="ADAL" clId="{08B98720-D70F-4447-9003-E8F3CA7021DD}" dt="2025-03-21T10:49:08.751" v="1800" actId="20577"/>
          <ac:spMkLst>
            <pc:docMk/>
            <pc:sldMk cId="3125167468" sldId="2147473914"/>
            <ac:spMk id="16" creationId="{435543A0-987D-65C6-B6F2-914EC631D777}"/>
          </ac:spMkLst>
        </pc:spChg>
      </pc:sldChg>
      <pc:sldChg chg="addSp modSp add mod">
        <pc:chgData name="Truc, Nguyen Thanh [Tech/Peripheral System Dev]" userId="3409af3e-457c-4586-b1de-ae65691e6195" providerId="ADAL" clId="{08B98720-D70F-4447-9003-E8F3CA7021DD}" dt="2025-03-24T01:34:47.675" v="1873" actId="14100"/>
        <pc:sldMkLst>
          <pc:docMk/>
          <pc:sldMk cId="2994025799" sldId="2147473915"/>
        </pc:sldMkLst>
        <pc:spChg chg="mod">
          <ac:chgData name="Truc, Nguyen Thanh [Tech/Peripheral System Dev]" userId="3409af3e-457c-4586-b1de-ae65691e6195" providerId="ADAL" clId="{08B98720-D70F-4447-9003-E8F3CA7021DD}" dt="2025-03-24T01:34:34.298" v="1870" actId="6549"/>
          <ac:spMkLst>
            <pc:docMk/>
            <pc:sldMk cId="2994025799" sldId="2147473915"/>
            <ac:spMk id="4" creationId="{7370931F-8E40-393E-402D-392CF585CED1}"/>
          </ac:spMkLst>
        </pc:spChg>
        <pc:spChg chg="mod">
          <ac:chgData name="Truc, Nguyen Thanh [Tech/Peripheral System Dev]" userId="3409af3e-457c-4586-b1de-ae65691e6195" providerId="ADAL" clId="{08B98720-D70F-4447-9003-E8F3CA7021DD}" dt="2025-03-24T01:24:58.297" v="1839"/>
          <ac:spMkLst>
            <pc:docMk/>
            <pc:sldMk cId="2994025799" sldId="2147473915"/>
            <ac:spMk id="16" creationId="{6AA4445F-7F57-67CC-828A-0E3297CE9784}"/>
          </ac:spMkLst>
        </pc:spChg>
        <pc:picChg chg="add mod">
          <ac:chgData name="Truc, Nguyen Thanh [Tech/Peripheral System Dev]" userId="3409af3e-457c-4586-b1de-ae65691e6195" providerId="ADAL" clId="{08B98720-D70F-4447-9003-E8F3CA7021DD}" dt="2025-03-24T01:34:47.675" v="1873" actId="14100"/>
          <ac:picMkLst>
            <pc:docMk/>
            <pc:sldMk cId="2994025799" sldId="2147473915"/>
            <ac:picMk id="5" creationId="{D21200BC-C56C-5624-2F9D-02D6778BC628}"/>
          </ac:picMkLst>
        </pc:picChg>
      </pc:sldChg>
      <pc:sldChg chg="addSp delSp modSp add mod">
        <pc:chgData name="Truc, Nguyen Thanh [Tech/Peripheral System Dev]" userId="3409af3e-457c-4586-b1de-ae65691e6195" providerId="ADAL" clId="{08B98720-D70F-4447-9003-E8F3CA7021DD}" dt="2025-03-24T01:40:36.017" v="2017" actId="1036"/>
        <pc:sldMkLst>
          <pc:docMk/>
          <pc:sldMk cId="1931614160" sldId="2147473916"/>
        </pc:sldMkLst>
        <pc:spChg chg="mod">
          <ac:chgData name="Truc, Nguyen Thanh [Tech/Peripheral System Dev]" userId="3409af3e-457c-4586-b1de-ae65691e6195" providerId="ADAL" clId="{08B98720-D70F-4447-9003-E8F3CA7021DD}" dt="2025-03-24T01:40:18.353" v="1998" actId="20577"/>
          <ac:spMkLst>
            <pc:docMk/>
            <pc:sldMk cId="1931614160" sldId="2147473916"/>
            <ac:spMk id="4" creationId="{B44FB32F-2696-22CA-9A05-D36CB4D17062}"/>
          </ac:spMkLst>
        </pc:spChg>
        <pc:picChg chg="add mod">
          <ac:chgData name="Truc, Nguyen Thanh [Tech/Peripheral System Dev]" userId="3409af3e-457c-4586-b1de-ae65691e6195" providerId="ADAL" clId="{08B98720-D70F-4447-9003-E8F3CA7021DD}" dt="2025-03-24T01:39:08.098" v="1943" actId="1076"/>
          <ac:picMkLst>
            <pc:docMk/>
            <pc:sldMk cId="1931614160" sldId="2147473916"/>
            <ac:picMk id="5" creationId="{7832DD20-CAC5-D0AA-017B-95F743898961}"/>
          </ac:picMkLst>
        </pc:picChg>
        <pc:picChg chg="add mod">
          <ac:chgData name="Truc, Nguyen Thanh [Tech/Peripheral System Dev]" userId="3409af3e-457c-4586-b1de-ae65691e6195" providerId="ADAL" clId="{08B98720-D70F-4447-9003-E8F3CA7021DD}" dt="2025-03-24T01:40:36.017" v="2017" actId="1036"/>
          <ac:picMkLst>
            <pc:docMk/>
            <pc:sldMk cId="1931614160" sldId="2147473916"/>
            <ac:picMk id="9" creationId="{7697C835-7AB8-8191-A645-2966C6AF79E5}"/>
          </ac:picMkLst>
        </pc:picChg>
      </pc:sldChg>
      <pc:sldChg chg="addSp modSp add mod ord">
        <pc:chgData name="Truc, Nguyen Thanh [Tech/Peripheral System Dev]" userId="3409af3e-457c-4586-b1de-ae65691e6195" providerId="ADAL" clId="{08B98720-D70F-4447-9003-E8F3CA7021DD}" dt="2025-03-24T01:35:52.943" v="1901" actId="1038"/>
        <pc:sldMkLst>
          <pc:docMk/>
          <pc:sldMk cId="3682449123" sldId="2147473917"/>
        </pc:sldMkLst>
        <pc:spChg chg="mod">
          <ac:chgData name="Truc, Nguyen Thanh [Tech/Peripheral System Dev]" userId="3409af3e-457c-4586-b1de-ae65691e6195" providerId="ADAL" clId="{08B98720-D70F-4447-9003-E8F3CA7021DD}" dt="2025-03-24T01:35:06.293" v="1877" actId="20577"/>
          <ac:spMkLst>
            <pc:docMk/>
            <pc:sldMk cId="3682449123" sldId="2147473917"/>
            <ac:spMk id="4" creationId="{B341D08B-AD8A-1ED3-3058-462F4A129F87}"/>
          </ac:spMkLst>
        </pc:spChg>
        <pc:picChg chg="add mod">
          <ac:chgData name="Truc, Nguyen Thanh [Tech/Peripheral System Dev]" userId="3409af3e-457c-4586-b1de-ae65691e6195" providerId="ADAL" clId="{08B98720-D70F-4447-9003-E8F3CA7021DD}" dt="2025-03-24T01:35:52.943" v="1901" actId="1038"/>
          <ac:picMkLst>
            <pc:docMk/>
            <pc:sldMk cId="3682449123" sldId="2147473917"/>
            <ac:picMk id="5" creationId="{09B7F710-1DDF-5043-6675-C8FDB9F51AD9}"/>
          </ac:picMkLst>
        </pc:picChg>
      </pc:sldChg>
      <pc:sldChg chg="add del">
        <pc:chgData name="Truc, Nguyen Thanh [Tech/Peripheral System Dev]" userId="3409af3e-457c-4586-b1de-ae65691e6195" providerId="ADAL" clId="{08B98720-D70F-4447-9003-E8F3CA7021DD}" dt="2025-03-24T01:48:37.449" v="2018" actId="47"/>
        <pc:sldMkLst>
          <pc:docMk/>
          <pc:sldMk cId="936328483" sldId="2147473918"/>
        </pc:sldMkLst>
      </pc:sldChg>
      <pc:sldChg chg="addSp delSp modSp add del mod">
        <pc:chgData name="Truc, Nguyen Thanh [Tech/Peripheral System Dev]" userId="3409af3e-457c-4586-b1de-ae65691e6195" providerId="ADAL" clId="{08B98720-D70F-4447-9003-E8F3CA7021DD}" dt="2025-03-24T01:40:00.753" v="1996" actId="47"/>
        <pc:sldMkLst>
          <pc:docMk/>
          <pc:sldMk cId="3093512857" sldId="2147473919"/>
        </pc:sldMkLst>
      </pc:sldChg>
      <pc:sldChg chg="addSp modSp add mod">
        <pc:chgData name="Truc, Nguyen Thanh [Tech/Peripheral System Dev]" userId="3409af3e-457c-4586-b1de-ae65691e6195" providerId="ADAL" clId="{08B98720-D70F-4447-9003-E8F3CA7021DD}" dt="2025-04-01T04:20:02.823" v="2128" actId="14100"/>
        <pc:sldMkLst>
          <pc:docMk/>
          <pc:sldMk cId="2628113881" sldId="2147473920"/>
        </pc:sldMkLst>
        <pc:spChg chg="mod">
          <ac:chgData name="Truc, Nguyen Thanh [Tech/Peripheral System Dev]" userId="3409af3e-457c-4586-b1de-ae65691e6195" providerId="ADAL" clId="{08B98720-D70F-4447-9003-E8F3CA7021DD}" dt="2025-04-01T04:18:53.564" v="2123" actId="20577"/>
          <ac:spMkLst>
            <pc:docMk/>
            <pc:sldMk cId="2628113881" sldId="2147473920"/>
            <ac:spMk id="4" creationId="{28F648DC-424F-7080-619C-98FFE33DFA1D}"/>
          </ac:spMkLst>
        </pc:spChg>
        <pc:picChg chg="add mod">
          <ac:chgData name="Truc, Nguyen Thanh [Tech/Peripheral System Dev]" userId="3409af3e-457c-4586-b1de-ae65691e6195" providerId="ADAL" clId="{08B98720-D70F-4447-9003-E8F3CA7021DD}" dt="2025-04-01T04:20:02.823" v="2128" actId="14100"/>
          <ac:picMkLst>
            <pc:docMk/>
            <pc:sldMk cId="2628113881" sldId="2147473920"/>
            <ac:picMk id="2" creationId="{D06D0B2D-D79D-CBB0-1385-725A6D85A4D6}"/>
          </ac:picMkLst>
        </pc:picChg>
      </pc:sldChg>
      <pc:sldChg chg="addSp delSp modSp add mod modNotesTx">
        <pc:chgData name="Truc, Nguyen Thanh [Tech/Peripheral System Dev]" userId="3409af3e-457c-4586-b1de-ae65691e6195" providerId="ADAL" clId="{08B98720-D70F-4447-9003-E8F3CA7021DD}" dt="2025-04-01T04:15:18.774" v="2105" actId="14100"/>
        <pc:sldMkLst>
          <pc:docMk/>
          <pc:sldMk cId="3440265486" sldId="2147473921"/>
        </pc:sldMkLst>
        <pc:spChg chg="mod">
          <ac:chgData name="Truc, Nguyen Thanh [Tech/Peripheral System Dev]" userId="3409af3e-457c-4586-b1de-ae65691e6195" providerId="ADAL" clId="{08B98720-D70F-4447-9003-E8F3CA7021DD}" dt="2025-04-01T04:15:18.774" v="2105" actId="14100"/>
          <ac:spMkLst>
            <pc:docMk/>
            <pc:sldMk cId="3440265486" sldId="2147473921"/>
            <ac:spMk id="4" creationId="{3377A45C-304C-FDE4-A2EB-B8B503F0D9D9}"/>
          </ac:spMkLst>
        </pc:spChg>
        <pc:picChg chg="del">
          <ac:chgData name="Truc, Nguyen Thanh [Tech/Peripheral System Dev]" userId="3409af3e-457c-4586-b1de-ae65691e6195" providerId="ADAL" clId="{08B98720-D70F-4447-9003-E8F3CA7021DD}" dt="2025-04-01T04:12:15.212" v="2065" actId="478"/>
          <ac:picMkLst>
            <pc:docMk/>
            <pc:sldMk cId="3440265486" sldId="2147473921"/>
            <ac:picMk id="5" creationId="{8C8B7609-B59D-D695-7087-4B13FCAF5605}"/>
          </ac:picMkLst>
        </pc:picChg>
        <pc:picChg chg="add mod">
          <ac:chgData name="Truc, Nguyen Thanh [Tech/Peripheral System Dev]" userId="3409af3e-457c-4586-b1de-ae65691e6195" providerId="ADAL" clId="{08B98720-D70F-4447-9003-E8F3CA7021DD}" dt="2025-04-01T04:15:09.358" v="2104" actId="1038"/>
          <ac:picMkLst>
            <pc:docMk/>
            <pc:sldMk cId="3440265486" sldId="2147473921"/>
            <ac:picMk id="6" creationId="{367F118C-F732-7ECD-29AD-27FFEC066C65}"/>
          </ac:picMkLst>
        </pc:picChg>
      </pc:sldChg>
      <pc:sldChg chg="modSp add mod">
        <pc:chgData name="Truc, Nguyen Thanh [Tech/Peripheral System Dev]" userId="3409af3e-457c-4586-b1de-ae65691e6195" providerId="ADAL" clId="{08B98720-D70F-4447-9003-E8F3CA7021DD}" dt="2025-04-02T06:33:51.322" v="2351" actId="20577"/>
        <pc:sldMkLst>
          <pc:docMk/>
          <pc:sldMk cId="707625537" sldId="2147473922"/>
        </pc:sldMkLst>
        <pc:spChg chg="mod">
          <ac:chgData name="Truc, Nguyen Thanh [Tech/Peripheral System Dev]" userId="3409af3e-457c-4586-b1de-ae65691e6195" providerId="ADAL" clId="{08B98720-D70F-4447-9003-E8F3CA7021DD}" dt="2025-04-02T06:32:56.573" v="2312" actId="20577"/>
          <ac:spMkLst>
            <pc:docMk/>
            <pc:sldMk cId="707625537" sldId="2147473922"/>
            <ac:spMk id="4" creationId="{4258932B-EA3B-B5C3-6616-5C3903235EF6}"/>
          </ac:spMkLst>
        </pc:spChg>
        <pc:graphicFrameChg chg="modGraphic">
          <ac:chgData name="Truc, Nguyen Thanh [Tech/Peripheral System Dev]" userId="3409af3e-457c-4586-b1de-ae65691e6195" providerId="ADAL" clId="{08B98720-D70F-4447-9003-E8F3CA7021DD}" dt="2025-04-02T06:33:51.322" v="2351" actId="20577"/>
          <ac:graphicFrameMkLst>
            <pc:docMk/>
            <pc:sldMk cId="707625537" sldId="2147473922"/>
            <ac:graphicFrameMk id="2" creationId="{26FF8559-5E14-835E-D8E2-B9D48140617C}"/>
          </ac:graphicFrameMkLst>
        </pc:graphicFrameChg>
      </pc:sldChg>
    </pc:docChg>
  </pc:docChgLst>
  <pc:docChgLst>
    <pc:chgData name="Tam, Vo Minh [Tech/Peripheral System Dev]" userId="97143e63-4ae4-4310-b7c7-ea648c36d200" providerId="ADAL" clId="{F48F752C-240A-442A-AD89-AEF9FA3300A1}"/>
    <pc:docChg chg="custSel modSld">
      <pc:chgData name="Tam, Vo Minh [Tech/Peripheral System Dev]" userId="97143e63-4ae4-4310-b7c7-ea648c36d200" providerId="ADAL" clId="{F48F752C-240A-442A-AD89-AEF9FA3300A1}" dt="2025-02-12T04:22:43.661" v="112" actId="27918"/>
      <pc:docMkLst>
        <pc:docMk/>
      </pc:docMkLst>
      <pc:sldChg chg="addSp modSp mod">
        <pc:chgData name="Tam, Vo Minh [Tech/Peripheral System Dev]" userId="97143e63-4ae4-4310-b7c7-ea648c36d200" providerId="ADAL" clId="{F48F752C-240A-442A-AD89-AEF9FA3300A1}" dt="2025-02-12T03:56:43.537" v="108" actId="207"/>
        <pc:sldMkLst>
          <pc:docMk/>
          <pc:sldMk cId="4053607799" sldId="2146849066"/>
        </pc:sldMkLst>
      </pc:sldChg>
      <pc:sldChg chg="addSp delSp modSp mod">
        <pc:chgData name="Tam, Vo Minh [Tech/Peripheral System Dev]" userId="97143e63-4ae4-4310-b7c7-ea648c36d200" providerId="ADAL" clId="{F48F752C-240A-442A-AD89-AEF9FA3300A1}" dt="2025-02-12T04:20:20.432" v="111" actId="27918"/>
        <pc:sldMkLst>
          <pc:docMk/>
          <pc:sldMk cId="1910395948" sldId="2146849068"/>
        </pc:sldMkLst>
      </pc:sldChg>
      <pc:sldChg chg="addSp delSp modSp mod">
        <pc:chgData name="Tam, Vo Minh [Tech/Peripheral System Dev]" userId="97143e63-4ae4-4310-b7c7-ea648c36d200" providerId="ADAL" clId="{F48F752C-240A-442A-AD89-AEF9FA3300A1}" dt="2025-02-12T04:22:43.661" v="112" actId="27918"/>
        <pc:sldMkLst>
          <pc:docMk/>
          <pc:sldMk cId="1871205215" sldId="2146849070"/>
        </pc:sldMkLst>
      </pc:sldChg>
      <pc:sldChg chg="addSp delSp modSp mod">
        <pc:chgData name="Tam, Vo Minh [Tech/Peripheral System Dev]" userId="97143e63-4ae4-4310-b7c7-ea648c36d200" providerId="ADAL" clId="{F48F752C-240A-442A-AD89-AEF9FA3300A1}" dt="2025-02-12T03:52:08.837" v="27" actId="1037"/>
        <pc:sldMkLst>
          <pc:docMk/>
          <pc:sldMk cId="2843796385" sldId="2146849071"/>
        </pc:sldMkLst>
      </pc:sldChg>
    </pc:docChg>
  </pc:docChgLst>
  <pc:docChgLst>
    <pc:chgData name="Khanh, Truong Nguyen [Tech/Peripheral System Dev]" userId="ae9850e6-98c0-48cd-bd62-7d1e39d3c9c7" providerId="ADAL" clId="{A2E7D90D-F2DF-4DB3-BF61-A014FF62AB67}"/>
    <pc:docChg chg="undo redo custSel addSld delSld modSld sldOrd">
      <pc:chgData name="Khanh, Truong Nguyen [Tech/Peripheral System Dev]" userId="ae9850e6-98c0-48cd-bd62-7d1e39d3c9c7" providerId="ADAL" clId="{A2E7D90D-F2DF-4DB3-BF61-A014FF62AB67}" dt="2025-03-24T03:34:22.623" v="1249"/>
      <pc:docMkLst>
        <pc:docMk/>
      </pc:docMkLst>
      <pc:sldChg chg="modSp mod">
        <pc:chgData name="Khanh, Truong Nguyen [Tech/Peripheral System Dev]" userId="ae9850e6-98c0-48cd-bd62-7d1e39d3c9c7" providerId="ADAL" clId="{A2E7D90D-F2DF-4DB3-BF61-A014FF62AB67}" dt="2025-03-21T04:15:02.764" v="283" actId="20577"/>
        <pc:sldMkLst>
          <pc:docMk/>
          <pc:sldMk cId="63243762" sldId="2147473859"/>
        </pc:sldMkLst>
        <pc:spChg chg="mod">
          <ac:chgData name="Khanh, Truong Nguyen [Tech/Peripheral System Dev]" userId="ae9850e6-98c0-48cd-bd62-7d1e39d3c9c7" providerId="ADAL" clId="{A2E7D90D-F2DF-4DB3-BF61-A014FF62AB67}" dt="2025-03-21T04:15:02.764" v="283" actId="20577"/>
          <ac:spMkLst>
            <pc:docMk/>
            <pc:sldMk cId="63243762" sldId="2147473859"/>
            <ac:spMk id="4" creationId="{83312351-E19B-4E5F-9D47-6C0A1221CF66}"/>
          </ac:spMkLst>
        </pc:spChg>
      </pc:sldChg>
      <pc:sldChg chg="modSp mod">
        <pc:chgData name="Khanh, Truong Nguyen [Tech/Peripheral System Dev]" userId="ae9850e6-98c0-48cd-bd62-7d1e39d3c9c7" providerId="ADAL" clId="{A2E7D90D-F2DF-4DB3-BF61-A014FF62AB67}" dt="2025-03-21T03:07:09.835" v="143" actId="20577"/>
        <pc:sldMkLst>
          <pc:docMk/>
          <pc:sldMk cId="3414793569" sldId="2147473861"/>
        </pc:sldMkLst>
        <pc:spChg chg="mod">
          <ac:chgData name="Khanh, Truong Nguyen [Tech/Peripheral System Dev]" userId="ae9850e6-98c0-48cd-bd62-7d1e39d3c9c7" providerId="ADAL" clId="{A2E7D90D-F2DF-4DB3-BF61-A014FF62AB67}" dt="2025-03-21T03:07:09.835" v="143" actId="20577"/>
          <ac:spMkLst>
            <pc:docMk/>
            <pc:sldMk cId="3414793569" sldId="2147473861"/>
            <ac:spMk id="4" creationId="{0E3673A1-FD97-CE3B-B595-A168E7477DE0}"/>
          </ac:spMkLst>
        </pc:spChg>
      </pc:sldChg>
      <pc:sldChg chg="modSp del mod">
        <pc:chgData name="Khanh, Truong Nguyen [Tech/Peripheral System Dev]" userId="ae9850e6-98c0-48cd-bd62-7d1e39d3c9c7" providerId="ADAL" clId="{A2E7D90D-F2DF-4DB3-BF61-A014FF62AB67}" dt="2025-03-21T03:15:27.873" v="185" actId="2696"/>
        <pc:sldMkLst>
          <pc:docMk/>
          <pc:sldMk cId="508727279" sldId="2147473865"/>
        </pc:sldMkLst>
      </pc:sldChg>
      <pc:sldChg chg="ord">
        <pc:chgData name="Khanh, Truong Nguyen [Tech/Peripheral System Dev]" userId="ae9850e6-98c0-48cd-bd62-7d1e39d3c9c7" providerId="ADAL" clId="{A2E7D90D-F2DF-4DB3-BF61-A014FF62AB67}" dt="2025-03-21T09:56:22.259" v="852" actId="20578"/>
        <pc:sldMkLst>
          <pc:docMk/>
          <pc:sldMk cId="3439185004" sldId="2147473866"/>
        </pc:sldMkLst>
      </pc:sldChg>
      <pc:sldChg chg="modSp mod">
        <pc:chgData name="Khanh, Truong Nguyen [Tech/Peripheral System Dev]" userId="ae9850e6-98c0-48cd-bd62-7d1e39d3c9c7" providerId="ADAL" clId="{A2E7D90D-F2DF-4DB3-BF61-A014FF62AB67}" dt="2025-03-21T04:30:52.202" v="635" actId="113"/>
        <pc:sldMkLst>
          <pc:docMk/>
          <pc:sldMk cId="1113248857" sldId="2147473872"/>
        </pc:sldMkLst>
        <pc:spChg chg="mod">
          <ac:chgData name="Khanh, Truong Nguyen [Tech/Peripheral System Dev]" userId="ae9850e6-98c0-48cd-bd62-7d1e39d3c9c7" providerId="ADAL" clId="{A2E7D90D-F2DF-4DB3-BF61-A014FF62AB67}" dt="2025-03-21T04:27:56.879" v="583" actId="1076"/>
          <ac:spMkLst>
            <pc:docMk/>
            <pc:sldMk cId="1113248857" sldId="2147473872"/>
            <ac:spMk id="4" creationId="{04DE6EB9-A081-BB9B-9BB9-84DB85C66B9F}"/>
          </ac:spMkLst>
        </pc:spChg>
        <pc:spChg chg="mod">
          <ac:chgData name="Khanh, Truong Nguyen [Tech/Peripheral System Dev]" userId="ae9850e6-98c0-48cd-bd62-7d1e39d3c9c7" providerId="ADAL" clId="{A2E7D90D-F2DF-4DB3-BF61-A014FF62AB67}" dt="2025-03-21T04:30:52.202" v="635" actId="113"/>
          <ac:spMkLst>
            <pc:docMk/>
            <pc:sldMk cId="1113248857" sldId="2147473872"/>
            <ac:spMk id="16" creationId="{22D1A853-8753-896E-6DFF-0B81E00496C6}"/>
          </ac:spMkLst>
        </pc:spChg>
      </pc:sldChg>
      <pc:sldChg chg="modSp mod">
        <pc:chgData name="Khanh, Truong Nguyen [Tech/Peripheral System Dev]" userId="ae9850e6-98c0-48cd-bd62-7d1e39d3c9c7" providerId="ADAL" clId="{A2E7D90D-F2DF-4DB3-BF61-A014FF62AB67}" dt="2025-03-21T04:15:33.744" v="306" actId="404"/>
        <pc:sldMkLst>
          <pc:docMk/>
          <pc:sldMk cId="72103801" sldId="2147473875"/>
        </pc:sldMkLst>
        <pc:spChg chg="mod">
          <ac:chgData name="Khanh, Truong Nguyen [Tech/Peripheral System Dev]" userId="ae9850e6-98c0-48cd-bd62-7d1e39d3c9c7" providerId="ADAL" clId="{A2E7D90D-F2DF-4DB3-BF61-A014FF62AB67}" dt="2025-03-21T04:14:37.306" v="253" actId="113"/>
          <ac:spMkLst>
            <pc:docMk/>
            <pc:sldMk cId="72103801" sldId="2147473875"/>
            <ac:spMk id="4" creationId="{4236DBE1-73FC-F65A-E740-2EB3FF575804}"/>
          </ac:spMkLst>
        </pc:spChg>
        <pc:spChg chg="mod">
          <ac:chgData name="Khanh, Truong Nguyen [Tech/Peripheral System Dev]" userId="ae9850e6-98c0-48cd-bd62-7d1e39d3c9c7" providerId="ADAL" clId="{A2E7D90D-F2DF-4DB3-BF61-A014FF62AB67}" dt="2025-03-21T04:15:33.744" v="306" actId="404"/>
          <ac:spMkLst>
            <pc:docMk/>
            <pc:sldMk cId="72103801" sldId="2147473875"/>
            <ac:spMk id="16" creationId="{53A73003-CE10-533B-CE4A-071B1CE4A774}"/>
          </ac:spMkLst>
        </pc:spChg>
      </pc:sldChg>
      <pc:sldChg chg="modSp mod">
        <pc:chgData name="Khanh, Truong Nguyen [Tech/Peripheral System Dev]" userId="ae9850e6-98c0-48cd-bd62-7d1e39d3c9c7" providerId="ADAL" clId="{A2E7D90D-F2DF-4DB3-BF61-A014FF62AB67}" dt="2025-03-21T06:39:34.956" v="849" actId="20577"/>
        <pc:sldMkLst>
          <pc:docMk/>
          <pc:sldMk cId="2161068986" sldId="2147473877"/>
        </pc:sldMkLst>
        <pc:spChg chg="mod">
          <ac:chgData name="Khanh, Truong Nguyen [Tech/Peripheral System Dev]" userId="ae9850e6-98c0-48cd-bd62-7d1e39d3c9c7" providerId="ADAL" clId="{A2E7D90D-F2DF-4DB3-BF61-A014FF62AB67}" dt="2025-03-21T06:39:34.956" v="849" actId="20577"/>
          <ac:spMkLst>
            <pc:docMk/>
            <pc:sldMk cId="2161068986" sldId="2147473877"/>
            <ac:spMk id="4" creationId="{EE95A25C-EE0C-C75C-1749-5E6B8D2B2735}"/>
          </ac:spMkLst>
        </pc:spChg>
      </pc:sldChg>
      <pc:sldChg chg="modSp mod">
        <pc:chgData name="Khanh, Truong Nguyen [Tech/Peripheral System Dev]" userId="ae9850e6-98c0-48cd-bd62-7d1e39d3c9c7" providerId="ADAL" clId="{A2E7D90D-F2DF-4DB3-BF61-A014FF62AB67}" dt="2025-03-21T04:15:24.356" v="304" actId="404"/>
        <pc:sldMkLst>
          <pc:docMk/>
          <pc:sldMk cId="66165108" sldId="2147473878"/>
        </pc:sldMkLst>
        <pc:spChg chg="mod">
          <ac:chgData name="Khanh, Truong Nguyen [Tech/Peripheral System Dev]" userId="ae9850e6-98c0-48cd-bd62-7d1e39d3c9c7" providerId="ADAL" clId="{A2E7D90D-F2DF-4DB3-BF61-A014FF62AB67}" dt="2025-03-21T04:14:13.982" v="245" actId="113"/>
          <ac:spMkLst>
            <pc:docMk/>
            <pc:sldMk cId="66165108" sldId="2147473878"/>
            <ac:spMk id="4" creationId="{6E8F6EAB-FEED-3257-3D43-04BEFC6581DA}"/>
          </ac:spMkLst>
        </pc:spChg>
        <pc:spChg chg="mod">
          <ac:chgData name="Khanh, Truong Nguyen [Tech/Peripheral System Dev]" userId="ae9850e6-98c0-48cd-bd62-7d1e39d3c9c7" providerId="ADAL" clId="{A2E7D90D-F2DF-4DB3-BF61-A014FF62AB67}" dt="2025-03-21T04:15:24.356" v="304" actId="404"/>
          <ac:spMkLst>
            <pc:docMk/>
            <pc:sldMk cId="66165108" sldId="2147473878"/>
            <ac:spMk id="16" creationId="{2B3AC0E7-7DA0-D0BC-27C3-0E4414F42448}"/>
          </ac:spMkLst>
        </pc:spChg>
      </pc:sldChg>
      <pc:sldChg chg="addSp delSp modSp mod modAnim">
        <pc:chgData name="Khanh, Truong Nguyen [Tech/Peripheral System Dev]" userId="ae9850e6-98c0-48cd-bd62-7d1e39d3c9c7" providerId="ADAL" clId="{A2E7D90D-F2DF-4DB3-BF61-A014FF62AB67}" dt="2025-03-24T02:42:44.384" v="1180" actId="22"/>
        <pc:sldMkLst>
          <pc:docMk/>
          <pc:sldMk cId="946080027" sldId="2147473881"/>
        </pc:sldMkLst>
        <pc:picChg chg="mod ord">
          <ac:chgData name="Khanh, Truong Nguyen [Tech/Peripheral System Dev]" userId="ae9850e6-98c0-48cd-bd62-7d1e39d3c9c7" providerId="ADAL" clId="{A2E7D90D-F2DF-4DB3-BF61-A014FF62AB67}" dt="2025-03-21T04:06:12.936" v="203" actId="166"/>
          <ac:picMkLst>
            <pc:docMk/>
            <pc:sldMk cId="946080027" sldId="2147473881"/>
            <ac:picMk id="6" creationId="{F4B6AEFD-9917-E4FE-ACE4-539DB63E51F7}"/>
          </ac:picMkLst>
        </pc:picChg>
        <pc:picChg chg="add mod ord">
          <ac:chgData name="Khanh, Truong Nguyen [Tech/Peripheral System Dev]" userId="ae9850e6-98c0-48cd-bd62-7d1e39d3c9c7" providerId="ADAL" clId="{A2E7D90D-F2DF-4DB3-BF61-A014FF62AB67}" dt="2025-03-21T04:05:35.863" v="196" actId="166"/>
          <ac:picMkLst>
            <pc:docMk/>
            <pc:sldMk cId="946080027" sldId="2147473881"/>
            <ac:picMk id="13" creationId="{934EA878-97F9-63A5-BC39-3C4819BE98D2}"/>
          </ac:picMkLst>
        </pc:picChg>
        <pc:picChg chg="add mod ord">
          <ac:chgData name="Khanh, Truong Nguyen [Tech/Peripheral System Dev]" userId="ae9850e6-98c0-48cd-bd62-7d1e39d3c9c7" providerId="ADAL" clId="{A2E7D90D-F2DF-4DB3-BF61-A014FF62AB67}" dt="2025-03-21T04:06:43.765" v="206" actId="166"/>
          <ac:picMkLst>
            <pc:docMk/>
            <pc:sldMk cId="946080027" sldId="2147473881"/>
            <ac:picMk id="15" creationId="{44706C2E-F914-1CBE-0786-4810A9D582FC}"/>
          </ac:picMkLst>
        </pc:picChg>
      </pc:sldChg>
      <pc:sldChg chg="modSp del mod">
        <pc:chgData name="Khanh, Truong Nguyen [Tech/Peripheral System Dev]" userId="ae9850e6-98c0-48cd-bd62-7d1e39d3c9c7" providerId="ADAL" clId="{A2E7D90D-F2DF-4DB3-BF61-A014FF62AB67}" dt="2025-03-21T04:28:07.282" v="584" actId="2696"/>
        <pc:sldMkLst>
          <pc:docMk/>
          <pc:sldMk cId="3205630102" sldId="2147473883"/>
        </pc:sldMkLst>
      </pc:sldChg>
      <pc:sldChg chg="modSp mod">
        <pc:chgData name="Khanh, Truong Nguyen [Tech/Peripheral System Dev]" userId="ae9850e6-98c0-48cd-bd62-7d1e39d3c9c7" providerId="ADAL" clId="{A2E7D90D-F2DF-4DB3-BF61-A014FF62AB67}" dt="2025-03-21T04:56:41.050" v="734" actId="20577"/>
        <pc:sldMkLst>
          <pc:docMk/>
          <pc:sldMk cId="1245507816" sldId="2147473885"/>
        </pc:sldMkLst>
        <pc:spChg chg="mod">
          <ac:chgData name="Khanh, Truong Nguyen [Tech/Peripheral System Dev]" userId="ae9850e6-98c0-48cd-bd62-7d1e39d3c9c7" providerId="ADAL" clId="{A2E7D90D-F2DF-4DB3-BF61-A014FF62AB67}" dt="2025-03-21T04:56:41.050" v="734" actId="20577"/>
          <ac:spMkLst>
            <pc:docMk/>
            <pc:sldMk cId="1245507816" sldId="2147473885"/>
            <ac:spMk id="4" creationId="{A9998FF2-5752-FEED-24E0-2C1D249B93BF}"/>
          </ac:spMkLst>
        </pc:spChg>
      </pc:sldChg>
      <pc:sldChg chg="delSp modSp add mod">
        <pc:chgData name="Khanh, Truong Nguyen [Tech/Peripheral System Dev]" userId="ae9850e6-98c0-48cd-bd62-7d1e39d3c9c7" providerId="ADAL" clId="{A2E7D90D-F2DF-4DB3-BF61-A014FF62AB67}" dt="2025-03-21T02:06:17.833" v="63" actId="1076"/>
        <pc:sldMkLst>
          <pc:docMk/>
          <pc:sldMk cId="303070343" sldId="2147473889"/>
        </pc:sldMkLst>
        <pc:spChg chg="mod">
          <ac:chgData name="Khanh, Truong Nguyen [Tech/Peripheral System Dev]" userId="ae9850e6-98c0-48cd-bd62-7d1e39d3c9c7" providerId="ADAL" clId="{A2E7D90D-F2DF-4DB3-BF61-A014FF62AB67}" dt="2025-03-21T02:06:17.833" v="63" actId="1076"/>
          <ac:spMkLst>
            <pc:docMk/>
            <pc:sldMk cId="303070343" sldId="2147473889"/>
            <ac:spMk id="3" creationId="{05806C96-6161-48DA-8A4D-0167062ED5DE}"/>
          </ac:spMkLst>
        </pc:spChg>
      </pc:sldChg>
      <pc:sldChg chg="modSp add mod">
        <pc:chgData name="Khanh, Truong Nguyen [Tech/Peripheral System Dev]" userId="ae9850e6-98c0-48cd-bd62-7d1e39d3c9c7" providerId="ADAL" clId="{A2E7D90D-F2DF-4DB3-BF61-A014FF62AB67}" dt="2025-03-21T02:06:45.041" v="69"/>
        <pc:sldMkLst>
          <pc:docMk/>
          <pc:sldMk cId="1484960513" sldId="2147473890"/>
        </pc:sldMkLst>
        <pc:spChg chg="mod">
          <ac:chgData name="Khanh, Truong Nguyen [Tech/Peripheral System Dev]" userId="ae9850e6-98c0-48cd-bd62-7d1e39d3c9c7" providerId="ADAL" clId="{A2E7D90D-F2DF-4DB3-BF61-A014FF62AB67}" dt="2025-03-21T02:06:45.041" v="69"/>
          <ac:spMkLst>
            <pc:docMk/>
            <pc:sldMk cId="1484960513" sldId="2147473890"/>
            <ac:spMk id="3" creationId="{B776B9CB-F1E0-D239-4AE9-511E333F0529}"/>
          </ac:spMkLst>
        </pc:spChg>
      </pc:sldChg>
      <pc:sldChg chg="modSp add mod">
        <pc:chgData name="Khanh, Truong Nguyen [Tech/Peripheral System Dev]" userId="ae9850e6-98c0-48cd-bd62-7d1e39d3c9c7" providerId="ADAL" clId="{A2E7D90D-F2DF-4DB3-BF61-A014FF62AB67}" dt="2025-03-21T02:07:51.248" v="85"/>
        <pc:sldMkLst>
          <pc:docMk/>
          <pc:sldMk cId="1595430924" sldId="2147473891"/>
        </pc:sldMkLst>
        <pc:spChg chg="mod">
          <ac:chgData name="Khanh, Truong Nguyen [Tech/Peripheral System Dev]" userId="ae9850e6-98c0-48cd-bd62-7d1e39d3c9c7" providerId="ADAL" clId="{A2E7D90D-F2DF-4DB3-BF61-A014FF62AB67}" dt="2025-03-21T02:07:51.248" v="85"/>
          <ac:spMkLst>
            <pc:docMk/>
            <pc:sldMk cId="1595430924" sldId="2147473891"/>
            <ac:spMk id="3" creationId="{6179F631-85F1-819A-1A8B-59CC0B30B87A}"/>
          </ac:spMkLst>
        </pc:spChg>
      </pc:sldChg>
      <pc:sldChg chg="addSp delSp modSp add mod">
        <pc:chgData name="Khanh, Truong Nguyen [Tech/Peripheral System Dev]" userId="ae9850e6-98c0-48cd-bd62-7d1e39d3c9c7" providerId="ADAL" clId="{A2E7D90D-F2DF-4DB3-BF61-A014FF62AB67}" dt="2025-03-24T02:42:42.810" v="1178" actId="22"/>
        <pc:sldMkLst>
          <pc:docMk/>
          <pc:sldMk cId="3956638242" sldId="2147473892"/>
        </pc:sldMkLst>
        <pc:spChg chg="mod">
          <ac:chgData name="Khanh, Truong Nguyen [Tech/Peripheral System Dev]" userId="ae9850e6-98c0-48cd-bd62-7d1e39d3c9c7" providerId="ADAL" clId="{A2E7D90D-F2DF-4DB3-BF61-A014FF62AB67}" dt="2025-03-21T04:10:02.899" v="242" actId="20577"/>
          <ac:spMkLst>
            <pc:docMk/>
            <pc:sldMk cId="3956638242" sldId="2147473892"/>
            <ac:spMk id="3" creationId="{E2E516B0-0B19-00C3-1FFE-70BE4C90E66D}"/>
          </ac:spMkLst>
        </pc:spChg>
      </pc:sldChg>
      <pc:sldChg chg="modSp add mod">
        <pc:chgData name="Khanh, Truong Nguyen [Tech/Peripheral System Dev]" userId="ae9850e6-98c0-48cd-bd62-7d1e39d3c9c7" providerId="ADAL" clId="{A2E7D90D-F2DF-4DB3-BF61-A014FF62AB67}" dt="2025-03-21T04:24:26.851" v="324" actId="21"/>
        <pc:sldMkLst>
          <pc:docMk/>
          <pc:sldMk cId="2759259273" sldId="2147473893"/>
        </pc:sldMkLst>
        <pc:spChg chg="mod">
          <ac:chgData name="Khanh, Truong Nguyen [Tech/Peripheral System Dev]" userId="ae9850e6-98c0-48cd-bd62-7d1e39d3c9c7" providerId="ADAL" clId="{A2E7D90D-F2DF-4DB3-BF61-A014FF62AB67}" dt="2025-03-21T04:24:26.851" v="324" actId="21"/>
          <ac:spMkLst>
            <pc:docMk/>
            <pc:sldMk cId="2759259273" sldId="2147473893"/>
            <ac:spMk id="3" creationId="{FDF44FBE-A04E-A1C4-8EAD-BD1B347B1918}"/>
          </ac:spMkLst>
        </pc:spChg>
      </pc:sldChg>
      <pc:sldChg chg="modSp add mod">
        <pc:chgData name="Khanh, Truong Nguyen [Tech/Peripheral System Dev]" userId="ae9850e6-98c0-48cd-bd62-7d1e39d3c9c7" providerId="ADAL" clId="{A2E7D90D-F2DF-4DB3-BF61-A014FF62AB67}" dt="2025-03-21T02:10:23.470" v="105"/>
        <pc:sldMkLst>
          <pc:docMk/>
          <pc:sldMk cId="725143216" sldId="2147473894"/>
        </pc:sldMkLst>
        <pc:spChg chg="mod">
          <ac:chgData name="Khanh, Truong Nguyen [Tech/Peripheral System Dev]" userId="ae9850e6-98c0-48cd-bd62-7d1e39d3c9c7" providerId="ADAL" clId="{A2E7D90D-F2DF-4DB3-BF61-A014FF62AB67}" dt="2025-03-21T02:10:23.470" v="105"/>
          <ac:spMkLst>
            <pc:docMk/>
            <pc:sldMk cId="725143216" sldId="2147473894"/>
            <ac:spMk id="3" creationId="{8092055E-B26E-344A-054E-73336862AB7B}"/>
          </ac:spMkLst>
        </pc:spChg>
      </pc:sldChg>
      <pc:sldChg chg="modSp add mod">
        <pc:chgData name="Khanh, Truong Nguyen [Tech/Peripheral System Dev]" userId="ae9850e6-98c0-48cd-bd62-7d1e39d3c9c7" providerId="ADAL" clId="{A2E7D90D-F2DF-4DB3-BF61-A014FF62AB67}" dt="2025-03-21T04:58:23.645" v="756" actId="20577"/>
        <pc:sldMkLst>
          <pc:docMk/>
          <pc:sldMk cId="222098000" sldId="2147473897"/>
        </pc:sldMkLst>
        <pc:spChg chg="mod">
          <ac:chgData name="Khanh, Truong Nguyen [Tech/Peripheral System Dev]" userId="ae9850e6-98c0-48cd-bd62-7d1e39d3c9c7" providerId="ADAL" clId="{A2E7D90D-F2DF-4DB3-BF61-A014FF62AB67}" dt="2025-03-21T04:31:21.245" v="647" actId="20577"/>
          <ac:spMkLst>
            <pc:docMk/>
            <pc:sldMk cId="222098000" sldId="2147473897"/>
            <ac:spMk id="4" creationId="{883134B8-CAF5-581F-1768-AE4784361FA2}"/>
          </ac:spMkLst>
        </pc:spChg>
        <pc:spChg chg="mod">
          <ac:chgData name="Khanh, Truong Nguyen [Tech/Peripheral System Dev]" userId="ae9850e6-98c0-48cd-bd62-7d1e39d3c9c7" providerId="ADAL" clId="{A2E7D90D-F2DF-4DB3-BF61-A014FF62AB67}" dt="2025-03-21T04:58:23.645" v="756" actId="20577"/>
          <ac:spMkLst>
            <pc:docMk/>
            <pc:sldMk cId="222098000" sldId="2147473897"/>
            <ac:spMk id="16" creationId="{B247C27A-935E-434F-F57F-215CBA3F55CE}"/>
          </ac:spMkLst>
        </pc:spChg>
      </pc:sldChg>
      <pc:sldChg chg="add del">
        <pc:chgData name="Khanh, Truong Nguyen [Tech/Peripheral System Dev]" userId="ae9850e6-98c0-48cd-bd62-7d1e39d3c9c7" providerId="ADAL" clId="{A2E7D90D-F2DF-4DB3-BF61-A014FF62AB67}" dt="2025-03-21T04:20:41.283" v="308"/>
        <pc:sldMkLst>
          <pc:docMk/>
          <pc:sldMk cId="2226158609" sldId="2147473897"/>
        </pc:sldMkLst>
      </pc:sldChg>
      <pc:sldChg chg="modSp add del mod">
        <pc:chgData name="Khanh, Truong Nguyen [Tech/Peripheral System Dev]" userId="ae9850e6-98c0-48cd-bd62-7d1e39d3c9c7" providerId="ADAL" clId="{A2E7D90D-F2DF-4DB3-BF61-A014FF62AB67}" dt="2025-03-21T04:30:47.504" v="634" actId="2696"/>
        <pc:sldMkLst>
          <pc:docMk/>
          <pc:sldMk cId="3727320761" sldId="2147473898"/>
        </pc:sldMkLst>
      </pc:sldChg>
      <pc:sldChg chg="modSp add mod">
        <pc:chgData name="Khanh, Truong Nguyen [Tech/Peripheral System Dev]" userId="ae9850e6-98c0-48cd-bd62-7d1e39d3c9c7" providerId="ADAL" clId="{A2E7D90D-F2DF-4DB3-BF61-A014FF62AB67}" dt="2025-03-21T04:56:32.975" v="732" actId="20577"/>
        <pc:sldMkLst>
          <pc:docMk/>
          <pc:sldMk cId="4098938513" sldId="2147473898"/>
        </pc:sldMkLst>
      </pc:sldChg>
      <pc:sldChg chg="ord">
        <pc:chgData name="Khanh, Truong Nguyen [Tech/Peripheral System Dev]" userId="ae9850e6-98c0-48cd-bd62-7d1e39d3c9c7" providerId="ADAL" clId="{A2E7D90D-F2DF-4DB3-BF61-A014FF62AB67}" dt="2025-03-21T10:02:44.634" v="905"/>
        <pc:sldMkLst>
          <pc:docMk/>
          <pc:sldMk cId="3098814550" sldId="2147473901"/>
        </pc:sldMkLst>
      </pc:sldChg>
      <pc:sldChg chg="addSp delSp modSp mod ord">
        <pc:chgData name="Khanh, Truong Nguyen [Tech/Peripheral System Dev]" userId="ae9850e6-98c0-48cd-bd62-7d1e39d3c9c7" providerId="ADAL" clId="{A2E7D90D-F2DF-4DB3-BF61-A014FF62AB67}" dt="2025-03-21T10:02:44.634" v="905"/>
        <pc:sldMkLst>
          <pc:docMk/>
          <pc:sldMk cId="971385378" sldId="2147473902"/>
        </pc:sldMkLst>
        <pc:spChg chg="mod">
          <ac:chgData name="Khanh, Truong Nguyen [Tech/Peripheral System Dev]" userId="ae9850e6-98c0-48cd-bd62-7d1e39d3c9c7" providerId="ADAL" clId="{A2E7D90D-F2DF-4DB3-BF61-A014FF62AB67}" dt="2025-03-21T10:02:35.903" v="903" actId="1076"/>
          <ac:spMkLst>
            <pc:docMk/>
            <pc:sldMk cId="971385378" sldId="2147473902"/>
            <ac:spMk id="4" creationId="{06F79D3A-E10C-1F92-6872-031E27FE1C87}"/>
          </ac:spMkLst>
        </pc:spChg>
      </pc:sldChg>
      <pc:sldChg chg="ord">
        <pc:chgData name="Khanh, Truong Nguyen [Tech/Peripheral System Dev]" userId="ae9850e6-98c0-48cd-bd62-7d1e39d3c9c7" providerId="ADAL" clId="{A2E7D90D-F2DF-4DB3-BF61-A014FF62AB67}" dt="2025-03-21T10:02:44.634" v="905"/>
        <pc:sldMkLst>
          <pc:docMk/>
          <pc:sldMk cId="1321196831" sldId="2147473903"/>
        </pc:sldMkLst>
      </pc:sldChg>
      <pc:sldChg chg="modSp mod">
        <pc:chgData name="Khanh, Truong Nguyen [Tech/Peripheral System Dev]" userId="ae9850e6-98c0-48cd-bd62-7d1e39d3c9c7" providerId="ADAL" clId="{A2E7D90D-F2DF-4DB3-BF61-A014FF62AB67}" dt="2025-03-21T10:06:32.748" v="954" actId="21"/>
        <pc:sldMkLst>
          <pc:docMk/>
          <pc:sldMk cId="764195232" sldId="2147473904"/>
        </pc:sldMkLst>
        <pc:spChg chg="mod">
          <ac:chgData name="Khanh, Truong Nguyen [Tech/Peripheral System Dev]" userId="ae9850e6-98c0-48cd-bd62-7d1e39d3c9c7" providerId="ADAL" clId="{A2E7D90D-F2DF-4DB3-BF61-A014FF62AB67}" dt="2025-03-21T10:06:32.748" v="954" actId="21"/>
          <ac:spMkLst>
            <pc:docMk/>
            <pc:sldMk cId="764195232" sldId="2147473904"/>
            <ac:spMk id="4" creationId="{5E4FEBF8-41AE-C103-C138-BDB08077F3B7}"/>
          </ac:spMkLst>
        </pc:spChg>
      </pc:sldChg>
      <pc:sldChg chg="modSp mod">
        <pc:chgData name="Khanh, Truong Nguyen [Tech/Peripheral System Dev]" userId="ae9850e6-98c0-48cd-bd62-7d1e39d3c9c7" providerId="ADAL" clId="{A2E7D90D-F2DF-4DB3-BF61-A014FF62AB67}" dt="2025-03-24T02:22:32.856" v="1156" actId="20577"/>
        <pc:sldMkLst>
          <pc:docMk/>
          <pc:sldMk cId="3427156456" sldId="2147473906"/>
        </pc:sldMkLst>
        <pc:spChg chg="mod">
          <ac:chgData name="Khanh, Truong Nguyen [Tech/Peripheral System Dev]" userId="ae9850e6-98c0-48cd-bd62-7d1e39d3c9c7" providerId="ADAL" clId="{A2E7D90D-F2DF-4DB3-BF61-A014FF62AB67}" dt="2025-03-24T02:22:32.856" v="1156" actId="20577"/>
          <ac:spMkLst>
            <pc:docMk/>
            <pc:sldMk cId="3427156456" sldId="2147473906"/>
            <ac:spMk id="4" creationId="{94F79782-D23C-7E8D-CED7-531D2C5519F8}"/>
          </ac:spMkLst>
        </pc:spChg>
      </pc:sldChg>
      <pc:sldChg chg="del">
        <pc:chgData name="Khanh, Truong Nguyen [Tech/Peripheral System Dev]" userId="ae9850e6-98c0-48cd-bd62-7d1e39d3c9c7" providerId="ADAL" clId="{A2E7D90D-F2DF-4DB3-BF61-A014FF62AB67}" dt="2025-03-24T02:22:40.539" v="1157" actId="2696"/>
        <pc:sldMkLst>
          <pc:docMk/>
          <pc:sldMk cId="1874818102" sldId="2147473907"/>
        </pc:sldMkLst>
      </pc:sldChg>
      <pc:sldChg chg="modSp mod">
        <pc:chgData name="Khanh, Truong Nguyen [Tech/Peripheral System Dev]" userId="ae9850e6-98c0-48cd-bd62-7d1e39d3c9c7" providerId="ADAL" clId="{A2E7D90D-F2DF-4DB3-BF61-A014FF62AB67}" dt="2025-03-24T02:27:39.309" v="1164" actId="20577"/>
        <pc:sldMkLst>
          <pc:docMk/>
          <pc:sldMk cId="2526667994" sldId="2147473909"/>
        </pc:sldMkLst>
        <pc:spChg chg="mod">
          <ac:chgData name="Khanh, Truong Nguyen [Tech/Peripheral System Dev]" userId="ae9850e6-98c0-48cd-bd62-7d1e39d3c9c7" providerId="ADAL" clId="{A2E7D90D-F2DF-4DB3-BF61-A014FF62AB67}" dt="2025-03-24T02:27:39.309" v="1164" actId="20577"/>
          <ac:spMkLst>
            <pc:docMk/>
            <pc:sldMk cId="2526667994" sldId="2147473909"/>
            <ac:spMk id="4" creationId="{7CF1A81A-04D1-2CF6-E461-1CC84047185B}"/>
          </ac:spMkLst>
        </pc:spChg>
      </pc:sldChg>
      <pc:sldChg chg="modSp mod">
        <pc:chgData name="Khanh, Truong Nguyen [Tech/Peripheral System Dev]" userId="ae9850e6-98c0-48cd-bd62-7d1e39d3c9c7" providerId="ADAL" clId="{A2E7D90D-F2DF-4DB3-BF61-A014FF62AB67}" dt="2025-03-24T03:17:28.561" v="1186" actId="207"/>
        <pc:sldMkLst>
          <pc:docMk/>
          <pc:sldMk cId="940301040" sldId="2147473910"/>
        </pc:sldMkLst>
        <pc:spChg chg="mod">
          <ac:chgData name="Khanh, Truong Nguyen [Tech/Peripheral System Dev]" userId="ae9850e6-98c0-48cd-bd62-7d1e39d3c9c7" providerId="ADAL" clId="{A2E7D90D-F2DF-4DB3-BF61-A014FF62AB67}" dt="2025-03-24T03:17:28.561" v="1186" actId="207"/>
          <ac:spMkLst>
            <pc:docMk/>
            <pc:sldMk cId="940301040" sldId="2147473910"/>
            <ac:spMk id="16" creationId="{192A8DBA-1FE7-6DBB-FE55-53D024986FDF}"/>
          </ac:spMkLst>
        </pc:spChg>
      </pc:sldChg>
      <pc:sldChg chg="modSp mod">
        <pc:chgData name="Khanh, Truong Nguyen [Tech/Peripheral System Dev]" userId="ae9850e6-98c0-48cd-bd62-7d1e39d3c9c7" providerId="ADAL" clId="{A2E7D90D-F2DF-4DB3-BF61-A014FF62AB67}" dt="2025-03-24T03:17:33.341" v="1187" actId="207"/>
        <pc:sldMkLst>
          <pc:docMk/>
          <pc:sldMk cId="840089794" sldId="2147473911"/>
        </pc:sldMkLst>
        <pc:spChg chg="mod">
          <ac:chgData name="Khanh, Truong Nguyen [Tech/Peripheral System Dev]" userId="ae9850e6-98c0-48cd-bd62-7d1e39d3c9c7" providerId="ADAL" clId="{A2E7D90D-F2DF-4DB3-BF61-A014FF62AB67}" dt="2025-03-24T03:17:33.341" v="1187" actId="207"/>
          <ac:spMkLst>
            <pc:docMk/>
            <pc:sldMk cId="840089794" sldId="2147473911"/>
            <ac:spMk id="16" creationId="{21D4020B-4FE1-659F-F152-C3168736EE30}"/>
          </ac:spMkLst>
        </pc:spChg>
      </pc:sldChg>
      <pc:sldChg chg="addSp delSp modSp mod">
        <pc:chgData name="Khanh, Truong Nguyen [Tech/Peripheral System Dev]" userId="ae9850e6-98c0-48cd-bd62-7d1e39d3c9c7" providerId="ADAL" clId="{A2E7D90D-F2DF-4DB3-BF61-A014FF62AB67}" dt="2025-03-24T03:33:15.713" v="1222"/>
        <pc:sldMkLst>
          <pc:docMk/>
          <pc:sldMk cId="2402235141" sldId="2147473912"/>
        </pc:sldMkLst>
        <pc:spChg chg="add mod">
          <ac:chgData name="Khanh, Truong Nguyen [Tech/Peripheral System Dev]" userId="ae9850e6-98c0-48cd-bd62-7d1e39d3c9c7" providerId="ADAL" clId="{A2E7D90D-F2DF-4DB3-BF61-A014FF62AB67}" dt="2025-03-24T03:33:15.713" v="1222"/>
          <ac:spMkLst>
            <pc:docMk/>
            <pc:sldMk cId="2402235141" sldId="2147473912"/>
            <ac:spMk id="2" creationId="{813E0B8C-9A4F-61F1-E7E9-52FD76158833}"/>
          </ac:spMkLst>
        </pc:spChg>
      </pc:sldChg>
      <pc:sldChg chg="addSp modSp mod">
        <pc:chgData name="Khanh, Truong Nguyen [Tech/Peripheral System Dev]" userId="ae9850e6-98c0-48cd-bd62-7d1e39d3c9c7" providerId="ADAL" clId="{A2E7D90D-F2DF-4DB3-BF61-A014FF62AB67}" dt="2025-03-24T03:33:00.806" v="1220" actId="1036"/>
        <pc:sldMkLst>
          <pc:docMk/>
          <pc:sldMk cId="2429497417" sldId="2147473913"/>
        </pc:sldMkLst>
        <pc:spChg chg="mod">
          <ac:chgData name="Khanh, Truong Nguyen [Tech/Peripheral System Dev]" userId="ae9850e6-98c0-48cd-bd62-7d1e39d3c9c7" providerId="ADAL" clId="{A2E7D90D-F2DF-4DB3-BF61-A014FF62AB67}" dt="2025-03-24T03:32:42.640" v="1214" actId="1035"/>
          <ac:spMkLst>
            <pc:docMk/>
            <pc:sldMk cId="2429497417" sldId="2147473913"/>
            <ac:spMk id="4" creationId="{A9AC1966-6B89-D8A6-38A8-FF887A5A4C0D}"/>
          </ac:spMkLst>
        </pc:spChg>
        <pc:spChg chg="mod">
          <ac:chgData name="Khanh, Truong Nguyen [Tech/Peripheral System Dev]" userId="ae9850e6-98c0-48cd-bd62-7d1e39d3c9c7" providerId="ADAL" clId="{A2E7D90D-F2DF-4DB3-BF61-A014FF62AB67}" dt="2025-03-24T03:33:00.806" v="1220" actId="1036"/>
          <ac:spMkLst>
            <pc:docMk/>
            <pc:sldMk cId="2429497417" sldId="2147473913"/>
            <ac:spMk id="16" creationId="{D993F834-067F-E13A-B7A4-D6EFC53BBA63}"/>
          </ac:spMkLst>
        </pc:spChg>
        <pc:picChg chg="add mod">
          <ac:chgData name="Khanh, Truong Nguyen [Tech/Peripheral System Dev]" userId="ae9850e6-98c0-48cd-bd62-7d1e39d3c9c7" providerId="ADAL" clId="{A2E7D90D-F2DF-4DB3-BF61-A014FF62AB67}" dt="2025-03-24T03:32:48.195" v="1216" actId="1076"/>
          <ac:picMkLst>
            <pc:docMk/>
            <pc:sldMk cId="2429497417" sldId="2147473913"/>
            <ac:picMk id="1026" creationId="{4C52CE84-657F-3BA7-88C1-1A9CCB438427}"/>
          </ac:picMkLst>
        </pc:picChg>
      </pc:sldChg>
      <pc:sldChg chg="modSp mod">
        <pc:chgData name="Khanh, Truong Nguyen [Tech/Peripheral System Dev]" userId="ae9850e6-98c0-48cd-bd62-7d1e39d3c9c7" providerId="ADAL" clId="{A2E7D90D-F2DF-4DB3-BF61-A014FF62AB67}" dt="2025-03-24T03:34:02.889" v="1240" actId="255"/>
        <pc:sldMkLst>
          <pc:docMk/>
          <pc:sldMk cId="3125167468" sldId="2147473914"/>
        </pc:sldMkLst>
        <pc:spChg chg="mod">
          <ac:chgData name="Khanh, Truong Nguyen [Tech/Peripheral System Dev]" userId="ae9850e6-98c0-48cd-bd62-7d1e39d3c9c7" providerId="ADAL" clId="{A2E7D90D-F2DF-4DB3-BF61-A014FF62AB67}" dt="2025-03-24T03:34:02.889" v="1240" actId="255"/>
          <ac:spMkLst>
            <pc:docMk/>
            <pc:sldMk cId="3125167468" sldId="2147473914"/>
            <ac:spMk id="16" creationId="{435543A0-987D-65C6-B6F2-914EC631D777}"/>
          </ac:spMkLst>
        </pc:spChg>
      </pc:sldChg>
      <pc:sldChg chg="addSp delSp modSp mod">
        <pc:chgData name="Khanh, Truong Nguyen [Tech/Peripheral System Dev]" userId="ae9850e6-98c0-48cd-bd62-7d1e39d3c9c7" providerId="ADAL" clId="{A2E7D90D-F2DF-4DB3-BF61-A014FF62AB67}" dt="2025-03-24T03:34:13.910" v="1245" actId="1036"/>
        <pc:sldMkLst>
          <pc:docMk/>
          <pc:sldMk cId="2994025799" sldId="2147473915"/>
        </pc:sldMkLst>
        <pc:spChg chg="add del mod">
          <ac:chgData name="Khanh, Truong Nguyen [Tech/Peripheral System Dev]" userId="ae9850e6-98c0-48cd-bd62-7d1e39d3c9c7" providerId="ADAL" clId="{A2E7D90D-F2DF-4DB3-BF61-A014FF62AB67}" dt="2025-03-24T03:34:13.910" v="1245" actId="1036"/>
          <ac:spMkLst>
            <pc:docMk/>
            <pc:sldMk cId="2994025799" sldId="2147473915"/>
            <ac:spMk id="16" creationId="{6AA4445F-7F57-67CC-828A-0E3297CE9784}"/>
          </ac:spMkLst>
        </pc:spChg>
      </pc:sldChg>
      <pc:sldChg chg="addSp delSp modSp mod">
        <pc:chgData name="Khanh, Truong Nguyen [Tech/Peripheral System Dev]" userId="ae9850e6-98c0-48cd-bd62-7d1e39d3c9c7" providerId="ADAL" clId="{A2E7D90D-F2DF-4DB3-BF61-A014FF62AB67}" dt="2025-03-24T03:34:22.623" v="1249"/>
        <pc:sldMkLst>
          <pc:docMk/>
          <pc:sldMk cId="1931614160" sldId="2147473916"/>
        </pc:sldMkLst>
        <pc:spChg chg="add mod">
          <ac:chgData name="Khanh, Truong Nguyen [Tech/Peripheral System Dev]" userId="ae9850e6-98c0-48cd-bd62-7d1e39d3c9c7" providerId="ADAL" clId="{A2E7D90D-F2DF-4DB3-BF61-A014FF62AB67}" dt="2025-03-24T03:34:22.623" v="1249"/>
          <ac:spMkLst>
            <pc:docMk/>
            <pc:sldMk cId="1931614160" sldId="2147473916"/>
            <ac:spMk id="2" creationId="{7D104B6D-1068-5409-A78F-925A7CD2D8A1}"/>
          </ac:spMkLst>
        </pc:spChg>
      </pc:sldChg>
      <pc:sldChg chg="addSp delSp modSp mod">
        <pc:chgData name="Khanh, Truong Nguyen [Tech/Peripheral System Dev]" userId="ae9850e6-98c0-48cd-bd62-7d1e39d3c9c7" providerId="ADAL" clId="{A2E7D90D-F2DF-4DB3-BF61-A014FF62AB67}" dt="2025-03-24T03:34:18.255" v="1247"/>
        <pc:sldMkLst>
          <pc:docMk/>
          <pc:sldMk cId="3682449123" sldId="2147473917"/>
        </pc:sldMkLst>
        <pc:spChg chg="add mod">
          <ac:chgData name="Khanh, Truong Nguyen [Tech/Peripheral System Dev]" userId="ae9850e6-98c0-48cd-bd62-7d1e39d3c9c7" providerId="ADAL" clId="{A2E7D90D-F2DF-4DB3-BF61-A014FF62AB67}" dt="2025-03-24T03:34:18.255" v="1247"/>
          <ac:spMkLst>
            <pc:docMk/>
            <pc:sldMk cId="3682449123" sldId="2147473917"/>
            <ac:spMk id="6" creationId="{5AF60FBA-34DE-F5FF-EBCB-7F91A05B84FF}"/>
          </ac:spMkLst>
        </pc:spChg>
      </pc:sldChg>
      <pc:sldChg chg="new del">
        <pc:chgData name="Khanh, Truong Nguyen [Tech/Peripheral System Dev]" userId="ae9850e6-98c0-48cd-bd62-7d1e39d3c9c7" providerId="ADAL" clId="{A2E7D90D-F2DF-4DB3-BF61-A014FF62AB67}" dt="2025-03-24T02:39:56.747" v="1166" actId="47"/>
        <pc:sldMkLst>
          <pc:docMk/>
          <pc:sldMk cId="279518863" sldId="2147473918"/>
        </pc:sldMkLst>
      </pc:sldChg>
      <pc:sldChg chg="addSp delSp modSp add mod delAnim modAnim">
        <pc:chgData name="Khanh, Truong Nguyen [Tech/Peripheral System Dev]" userId="ae9850e6-98c0-48cd-bd62-7d1e39d3c9c7" providerId="ADAL" clId="{A2E7D90D-F2DF-4DB3-BF61-A014FF62AB67}" dt="2025-03-24T02:42:54.155" v="1182"/>
        <pc:sldMkLst>
          <pc:docMk/>
          <pc:sldMk cId="4271408026" sldId="2147473918"/>
        </pc:sldMkLst>
        <pc:picChg chg="add mod">
          <ac:chgData name="Khanh, Truong Nguyen [Tech/Peripheral System Dev]" userId="ae9850e6-98c0-48cd-bd62-7d1e39d3c9c7" providerId="ADAL" clId="{A2E7D90D-F2DF-4DB3-BF61-A014FF62AB67}" dt="2025-03-24T02:40:10.725" v="1173" actId="1076"/>
          <ac:picMkLst>
            <pc:docMk/>
            <pc:sldMk cId="4271408026" sldId="2147473918"/>
            <ac:picMk id="5" creationId="{50F916D4-069D-33D4-F256-C1512361B310}"/>
          </ac:picMkLst>
        </pc:picChg>
        <pc:picChg chg="add mod">
          <ac:chgData name="Khanh, Truong Nguyen [Tech/Peripheral System Dev]" userId="ae9850e6-98c0-48cd-bd62-7d1e39d3c9c7" providerId="ADAL" clId="{A2E7D90D-F2DF-4DB3-BF61-A014FF62AB67}" dt="2025-03-24T02:40:52.519" v="1175" actId="1076"/>
          <ac:picMkLst>
            <pc:docMk/>
            <pc:sldMk cId="4271408026" sldId="2147473918"/>
            <ac:picMk id="9" creationId="{E7418427-35DD-E2CE-792E-BF02930F7265}"/>
          </ac:picMkLst>
        </pc:picChg>
        <pc:picChg chg="add">
          <ac:chgData name="Khanh, Truong Nguyen [Tech/Peripheral System Dev]" userId="ae9850e6-98c0-48cd-bd62-7d1e39d3c9c7" providerId="ADAL" clId="{A2E7D90D-F2DF-4DB3-BF61-A014FF62AB67}" dt="2025-03-24T02:42:45.858" v="1181" actId="22"/>
          <ac:picMkLst>
            <pc:docMk/>
            <pc:sldMk cId="4271408026" sldId="2147473918"/>
            <ac:picMk id="11" creationId="{6529D746-43E6-ADDD-D99F-99168CCF0C61}"/>
          </ac:picMkLst>
        </pc:picChg>
      </pc:sldChg>
      <pc:sldChg chg="new del">
        <pc:chgData name="Khanh, Truong Nguyen [Tech/Peripheral System Dev]" userId="ae9850e6-98c0-48cd-bd62-7d1e39d3c9c7" providerId="ADAL" clId="{A2E7D90D-F2DF-4DB3-BF61-A014FF62AB67}" dt="2025-03-24T03:31:33.777" v="1189" actId="2696"/>
        <pc:sldMkLst>
          <pc:docMk/>
          <pc:sldMk cId="53899700" sldId="2147473919"/>
        </pc:sldMkLst>
      </pc:sldChg>
      <pc:sldChg chg="addSp delSp modSp add mod ord">
        <pc:chgData name="Khanh, Truong Nguyen [Tech/Peripheral System Dev]" userId="ae9850e6-98c0-48cd-bd62-7d1e39d3c9c7" providerId="ADAL" clId="{A2E7D90D-F2DF-4DB3-BF61-A014FF62AB67}" dt="2025-03-24T03:33:19.668" v="1224"/>
        <pc:sldMkLst>
          <pc:docMk/>
          <pc:sldMk cId="188224298" sldId="2147473919"/>
        </pc:sldMkLst>
        <pc:spChg chg="add mod">
          <ac:chgData name="Khanh, Truong Nguyen [Tech/Peripheral System Dev]" userId="ae9850e6-98c0-48cd-bd62-7d1e39d3c9c7" providerId="ADAL" clId="{A2E7D90D-F2DF-4DB3-BF61-A014FF62AB67}" dt="2025-03-24T03:33:19.668" v="1224"/>
          <ac:spMkLst>
            <pc:docMk/>
            <pc:sldMk cId="188224298" sldId="2147473919"/>
            <ac:spMk id="6" creationId="{7A071950-A415-59A6-8051-95C54C6F978E}"/>
          </ac:spMkLst>
        </pc:spChg>
        <pc:picChg chg="add mod">
          <ac:chgData name="Khanh, Truong Nguyen [Tech/Peripheral System Dev]" userId="ae9850e6-98c0-48cd-bd62-7d1e39d3c9c7" providerId="ADAL" clId="{A2E7D90D-F2DF-4DB3-BF61-A014FF62AB67}" dt="2025-03-24T03:31:50.691" v="1193" actId="1076"/>
          <ac:picMkLst>
            <pc:docMk/>
            <pc:sldMk cId="188224298" sldId="2147473919"/>
            <ac:picMk id="5" creationId="{521F13F2-4E27-6FB9-29BF-8785B9109B12}"/>
          </ac:picMkLst>
        </pc:picChg>
      </pc:sldChg>
    </pc:docChg>
  </pc:docChgLst>
  <pc:docChgLst>
    <pc:chgData name="Tam, Vo Minh [Tech/Peripheral System Dev]" userId="97143e63-4ae4-4310-b7c7-ea648c36d200" providerId="ADAL" clId="{72392C6C-1829-4693-B27F-234ABAE64F63}"/>
    <pc:docChg chg="custSel addSld delSld modSld sldOrd">
      <pc:chgData name="Tam, Vo Minh [Tech/Peripheral System Dev]" userId="97143e63-4ae4-4310-b7c7-ea648c36d200" providerId="ADAL" clId="{72392C6C-1829-4693-B27F-234ABAE64F63}" dt="2025-03-04T02:25:20.421" v="221" actId="20577"/>
      <pc:docMkLst>
        <pc:docMk/>
      </pc:docMkLst>
      <pc:sldChg chg="del">
        <pc:chgData name="Tam, Vo Minh [Tech/Peripheral System Dev]" userId="97143e63-4ae4-4310-b7c7-ea648c36d200" providerId="ADAL" clId="{72392C6C-1829-4693-B27F-234ABAE64F63}" dt="2025-03-04T02:20:03.808" v="18" actId="47"/>
        <pc:sldMkLst>
          <pc:docMk/>
          <pc:sldMk cId="4053607799" sldId="2146849066"/>
        </pc:sldMkLst>
      </pc:sldChg>
      <pc:sldChg chg="del">
        <pc:chgData name="Tam, Vo Minh [Tech/Peripheral System Dev]" userId="97143e63-4ae4-4310-b7c7-ea648c36d200" providerId="ADAL" clId="{72392C6C-1829-4693-B27F-234ABAE64F63}" dt="2025-03-04T02:20:03.808" v="18" actId="47"/>
        <pc:sldMkLst>
          <pc:docMk/>
          <pc:sldMk cId="1910395948" sldId="2146849068"/>
        </pc:sldMkLst>
      </pc:sldChg>
      <pc:sldChg chg="modSp mod">
        <pc:chgData name="Tam, Vo Minh [Tech/Peripheral System Dev]" userId="97143e63-4ae4-4310-b7c7-ea648c36d200" providerId="ADAL" clId="{72392C6C-1829-4693-B27F-234ABAE64F63}" dt="2025-03-04T02:19:50.889" v="17" actId="20577"/>
        <pc:sldMkLst>
          <pc:docMk/>
          <pc:sldMk cId="1803315725" sldId="2146849069"/>
        </pc:sldMkLst>
        <pc:spChg chg="mod">
          <ac:chgData name="Tam, Vo Minh [Tech/Peripheral System Dev]" userId="97143e63-4ae4-4310-b7c7-ea648c36d200" providerId="ADAL" clId="{72392C6C-1829-4693-B27F-234ABAE64F63}" dt="2025-03-04T02:19:50.889" v="17" actId="20577"/>
          <ac:spMkLst>
            <pc:docMk/>
            <pc:sldMk cId="1803315725" sldId="2146849069"/>
            <ac:spMk id="3" creationId="{F04E951F-ADFE-536F-ECEB-1E7FC5F41763}"/>
          </ac:spMkLst>
        </pc:spChg>
        <pc:spChg chg="mod">
          <ac:chgData name="Tam, Vo Minh [Tech/Peripheral System Dev]" userId="97143e63-4ae4-4310-b7c7-ea648c36d200" providerId="ADAL" clId="{72392C6C-1829-4693-B27F-234ABAE64F63}" dt="2025-03-04T02:19:37.743" v="4" actId="20577"/>
          <ac:spMkLst>
            <pc:docMk/>
            <pc:sldMk cId="1803315725" sldId="2146849069"/>
            <ac:spMk id="4" creationId="{98309C21-5B4D-4E9E-F0D3-EF65DC1B904F}"/>
          </ac:spMkLst>
        </pc:spChg>
      </pc:sldChg>
      <pc:sldChg chg="del">
        <pc:chgData name="Tam, Vo Minh [Tech/Peripheral System Dev]" userId="97143e63-4ae4-4310-b7c7-ea648c36d200" providerId="ADAL" clId="{72392C6C-1829-4693-B27F-234ABAE64F63}" dt="2025-03-04T02:20:03.808" v="18" actId="47"/>
        <pc:sldMkLst>
          <pc:docMk/>
          <pc:sldMk cId="1871205215" sldId="2146849070"/>
        </pc:sldMkLst>
      </pc:sldChg>
      <pc:sldChg chg="del">
        <pc:chgData name="Tam, Vo Minh [Tech/Peripheral System Dev]" userId="97143e63-4ae4-4310-b7c7-ea648c36d200" providerId="ADAL" clId="{72392C6C-1829-4693-B27F-234ABAE64F63}" dt="2025-03-04T02:20:03.808" v="18" actId="47"/>
        <pc:sldMkLst>
          <pc:docMk/>
          <pc:sldMk cId="2843796385" sldId="2146849071"/>
        </pc:sldMkLst>
      </pc:sldChg>
      <pc:sldChg chg="del">
        <pc:chgData name="Tam, Vo Minh [Tech/Peripheral System Dev]" userId="97143e63-4ae4-4310-b7c7-ea648c36d200" providerId="ADAL" clId="{72392C6C-1829-4693-B27F-234ABAE64F63}" dt="2025-03-04T02:20:03.808" v="18" actId="47"/>
        <pc:sldMkLst>
          <pc:docMk/>
          <pc:sldMk cId="1043652700" sldId="2146849072"/>
        </pc:sldMkLst>
      </pc:sldChg>
      <pc:sldChg chg="delSp modSp add mod ord">
        <pc:chgData name="Tam, Vo Minh [Tech/Peripheral System Dev]" userId="97143e63-4ae4-4310-b7c7-ea648c36d200" providerId="ADAL" clId="{72392C6C-1829-4693-B27F-234ABAE64F63}" dt="2025-03-04T02:22:31.020" v="168" actId="2165"/>
        <pc:sldMkLst>
          <pc:docMk/>
          <pc:sldMk cId="49055434" sldId="2147473858"/>
        </pc:sldMkLst>
      </pc:sldChg>
      <pc:sldChg chg="delSp modSp add mod">
        <pc:chgData name="Tam, Vo Minh [Tech/Peripheral System Dev]" userId="97143e63-4ae4-4310-b7c7-ea648c36d200" providerId="ADAL" clId="{72392C6C-1829-4693-B27F-234ABAE64F63}" dt="2025-03-04T02:25:20.421" v="221" actId="20577"/>
        <pc:sldMkLst>
          <pc:docMk/>
          <pc:sldMk cId="63243762" sldId="2147473859"/>
        </pc:sldMkLst>
      </pc:sldChg>
    </pc:docChg>
  </pc:docChgLst>
  <pc:docChgLst>
    <pc:chgData name="Truc, Nguyen Thanh [Tech/Peripheral System Dev]" userId="3409af3e-457c-4586-b1de-ae65691e6195" providerId="ADAL" clId="{EA3CDBE6-89A5-446C-A07E-C5EA3FCF9C1A}"/>
    <pc:docChg chg="undo redo custSel addSld delSld modSld sldOrd addSection delSection">
      <pc:chgData name="Truc, Nguyen Thanh [Tech/Peripheral System Dev]" userId="3409af3e-457c-4586-b1de-ae65691e6195" providerId="ADAL" clId="{EA3CDBE6-89A5-446C-A07E-C5EA3FCF9C1A}" dt="2025-03-19T09:17:16.589" v="1198" actId="20577"/>
      <pc:docMkLst>
        <pc:docMk/>
      </pc:docMkLst>
      <pc:sldChg chg="modSp mod">
        <pc:chgData name="Truc, Nguyen Thanh [Tech/Peripheral System Dev]" userId="3409af3e-457c-4586-b1de-ae65691e6195" providerId="ADAL" clId="{EA3CDBE6-89A5-446C-A07E-C5EA3FCF9C1A}" dt="2025-03-17T04:02:00.733" v="776" actId="255"/>
        <pc:sldMkLst>
          <pc:docMk/>
          <pc:sldMk cId="1803315725" sldId="2146849069"/>
        </pc:sldMkLst>
        <pc:spChg chg="mod">
          <ac:chgData name="Truc, Nguyen Thanh [Tech/Peripheral System Dev]" userId="3409af3e-457c-4586-b1de-ae65691e6195" providerId="ADAL" clId="{EA3CDBE6-89A5-446C-A07E-C5EA3FCF9C1A}" dt="2025-03-17T04:02:00.733" v="776" actId="255"/>
          <ac:spMkLst>
            <pc:docMk/>
            <pc:sldMk cId="1803315725" sldId="2146849069"/>
            <ac:spMk id="3" creationId="{F04E951F-ADFE-536F-ECEB-1E7FC5F41763}"/>
          </ac:spMkLst>
        </pc:spChg>
        <pc:spChg chg="mod">
          <ac:chgData name="Truc, Nguyen Thanh [Tech/Peripheral System Dev]" userId="3409af3e-457c-4586-b1de-ae65691e6195" providerId="ADAL" clId="{EA3CDBE6-89A5-446C-A07E-C5EA3FCF9C1A}" dt="2025-03-17T04:01:29.295" v="767" actId="20577"/>
          <ac:spMkLst>
            <pc:docMk/>
            <pc:sldMk cId="1803315725" sldId="2146849069"/>
            <ac:spMk id="4" creationId="{98309C21-5B4D-4E9E-F0D3-EF65DC1B904F}"/>
          </ac:spMkLst>
        </pc:spChg>
      </pc:sldChg>
      <pc:sldChg chg="del">
        <pc:chgData name="Truc, Nguyen Thanh [Tech/Peripheral System Dev]" userId="3409af3e-457c-4586-b1de-ae65691e6195" providerId="ADAL" clId="{EA3CDBE6-89A5-446C-A07E-C5EA3FCF9C1A}" dt="2025-03-14T06:53:05.679" v="0" actId="47"/>
        <pc:sldMkLst>
          <pc:docMk/>
          <pc:sldMk cId="49055434" sldId="2147473858"/>
        </pc:sldMkLst>
      </pc:sldChg>
      <pc:sldChg chg="addSp delSp modSp mod">
        <pc:chgData name="Truc, Nguyen Thanh [Tech/Peripheral System Dev]" userId="3409af3e-457c-4586-b1de-ae65691e6195" providerId="ADAL" clId="{EA3CDBE6-89A5-446C-A07E-C5EA3FCF9C1A}" dt="2025-03-17T03:59:59.113" v="755" actId="478"/>
        <pc:sldMkLst>
          <pc:docMk/>
          <pc:sldMk cId="63243762" sldId="2147473859"/>
        </pc:sldMkLst>
        <pc:spChg chg="add mod">
          <ac:chgData name="Truc, Nguyen Thanh [Tech/Peripheral System Dev]" userId="3409af3e-457c-4586-b1de-ae65691e6195" providerId="ADAL" clId="{EA3CDBE6-89A5-446C-A07E-C5EA3FCF9C1A}" dt="2025-03-14T07:12:43.754" v="479" actId="20577"/>
          <ac:spMkLst>
            <pc:docMk/>
            <pc:sldMk cId="63243762" sldId="2147473859"/>
            <ac:spMk id="4" creationId="{83312351-E19B-4E5F-9D47-6C0A1221CF66}"/>
          </ac:spMkLst>
        </pc:spChg>
        <pc:spChg chg="mod">
          <ac:chgData name="Truc, Nguyen Thanh [Tech/Peripheral System Dev]" userId="3409af3e-457c-4586-b1de-ae65691e6195" providerId="ADAL" clId="{EA3CDBE6-89A5-446C-A07E-C5EA3FCF9C1A}" dt="2025-03-14T07:07:52.878" v="445" actId="1035"/>
          <ac:spMkLst>
            <pc:docMk/>
            <pc:sldMk cId="63243762" sldId="2147473859"/>
            <ac:spMk id="16" creationId="{D2D00ECE-BA17-7EB6-EA91-3B6DB3928493}"/>
          </ac:spMkLst>
        </pc:spChg>
      </pc:sldChg>
      <pc:sldChg chg="modSp new del mod">
        <pc:chgData name="Truc, Nguyen Thanh [Tech/Peripheral System Dev]" userId="3409af3e-457c-4586-b1de-ae65691e6195" providerId="ADAL" clId="{EA3CDBE6-89A5-446C-A07E-C5EA3FCF9C1A}" dt="2025-03-14T07:03:51.576" v="130" actId="47"/>
        <pc:sldMkLst>
          <pc:docMk/>
          <pc:sldMk cId="1434707355" sldId="2147473860"/>
        </pc:sldMkLst>
      </pc:sldChg>
      <pc:sldChg chg="add del">
        <pc:chgData name="Truc, Nguyen Thanh [Tech/Peripheral System Dev]" userId="3409af3e-457c-4586-b1de-ae65691e6195" providerId="ADAL" clId="{EA3CDBE6-89A5-446C-A07E-C5EA3FCF9C1A}" dt="2025-03-14T07:00:29.271" v="70" actId="47"/>
        <pc:sldMkLst>
          <pc:docMk/>
          <pc:sldMk cId="3416013778" sldId="2147473860"/>
        </pc:sldMkLst>
      </pc:sldChg>
      <pc:sldChg chg="delSp modSp add mod">
        <pc:chgData name="Truc, Nguyen Thanh [Tech/Peripheral System Dev]" userId="3409af3e-457c-4586-b1de-ae65691e6195" providerId="ADAL" clId="{EA3CDBE6-89A5-446C-A07E-C5EA3FCF9C1A}" dt="2025-03-17T04:00:05.588" v="756" actId="478"/>
        <pc:sldMkLst>
          <pc:docMk/>
          <pc:sldMk cId="4255495641" sldId="2147473860"/>
        </pc:sldMkLst>
        <pc:spChg chg="mod">
          <ac:chgData name="Truc, Nguyen Thanh [Tech/Peripheral System Dev]" userId="3409af3e-457c-4586-b1de-ae65691e6195" providerId="ADAL" clId="{EA3CDBE6-89A5-446C-A07E-C5EA3FCF9C1A}" dt="2025-03-14T07:12:49.832" v="480" actId="6549"/>
          <ac:spMkLst>
            <pc:docMk/>
            <pc:sldMk cId="4255495641" sldId="2147473860"/>
            <ac:spMk id="16" creationId="{37F1E07C-ECA9-7C47-A8FF-8D45A347ACEE}"/>
          </ac:spMkLst>
        </pc:spChg>
      </pc:sldChg>
      <pc:sldChg chg="new del">
        <pc:chgData name="Truc, Nguyen Thanh [Tech/Peripheral System Dev]" userId="3409af3e-457c-4586-b1de-ae65691e6195" providerId="ADAL" clId="{EA3CDBE6-89A5-446C-A07E-C5EA3FCF9C1A}" dt="2025-03-14T06:57:31.522" v="43" actId="47"/>
        <pc:sldMkLst>
          <pc:docMk/>
          <pc:sldMk cId="4267298958" sldId="2147473860"/>
        </pc:sldMkLst>
      </pc:sldChg>
      <pc:sldChg chg="new del">
        <pc:chgData name="Truc, Nguyen Thanh [Tech/Peripheral System Dev]" userId="3409af3e-457c-4586-b1de-ae65691e6195" providerId="ADAL" clId="{EA3CDBE6-89A5-446C-A07E-C5EA3FCF9C1A}" dt="2025-03-14T06:58:16.945" v="48" actId="47"/>
        <pc:sldMkLst>
          <pc:docMk/>
          <pc:sldMk cId="578024773" sldId="2147473861"/>
        </pc:sldMkLst>
      </pc:sldChg>
      <pc:sldChg chg="new del">
        <pc:chgData name="Truc, Nguyen Thanh [Tech/Peripheral System Dev]" userId="3409af3e-457c-4586-b1de-ae65691e6195" providerId="ADAL" clId="{EA3CDBE6-89A5-446C-A07E-C5EA3FCF9C1A}" dt="2025-03-14T06:59:39.707" v="68" actId="2696"/>
        <pc:sldMkLst>
          <pc:docMk/>
          <pc:sldMk cId="3148197262" sldId="2147473861"/>
        </pc:sldMkLst>
      </pc:sldChg>
      <pc:sldChg chg="addSp delSp modSp add mod">
        <pc:chgData name="Truc, Nguyen Thanh [Tech/Peripheral System Dev]" userId="3409af3e-457c-4586-b1de-ae65691e6195" providerId="ADAL" clId="{EA3CDBE6-89A5-446C-A07E-C5EA3FCF9C1A}" dt="2025-03-17T04:37:03.360" v="822" actId="1037"/>
        <pc:sldMkLst>
          <pc:docMk/>
          <pc:sldMk cId="3414793569" sldId="2147473861"/>
        </pc:sldMkLst>
        <pc:spChg chg="mod">
          <ac:chgData name="Truc, Nguyen Thanh [Tech/Peripheral System Dev]" userId="3409af3e-457c-4586-b1de-ae65691e6195" providerId="ADAL" clId="{EA3CDBE6-89A5-446C-A07E-C5EA3FCF9C1A}" dt="2025-03-14T07:55:25.643" v="543" actId="404"/>
          <ac:spMkLst>
            <pc:docMk/>
            <pc:sldMk cId="3414793569" sldId="2147473861"/>
            <ac:spMk id="4" creationId="{0E3673A1-FD97-CE3B-B595-A168E7477DE0}"/>
          </ac:spMkLst>
        </pc:spChg>
        <pc:picChg chg="add mod ord">
          <ac:chgData name="Truc, Nguyen Thanh [Tech/Peripheral System Dev]" userId="3409af3e-457c-4586-b1de-ae65691e6195" providerId="ADAL" clId="{EA3CDBE6-89A5-446C-A07E-C5EA3FCF9C1A}" dt="2025-03-17T04:37:03.360" v="822" actId="1037"/>
          <ac:picMkLst>
            <pc:docMk/>
            <pc:sldMk cId="3414793569" sldId="2147473861"/>
            <ac:picMk id="5" creationId="{B3B264E5-8166-28D5-68E7-DCBA5364B240}"/>
          </ac:picMkLst>
        </pc:picChg>
      </pc:sldChg>
      <pc:sldChg chg="addSp delSp modSp add mod">
        <pc:chgData name="Truc, Nguyen Thanh [Tech/Peripheral System Dev]" userId="3409af3e-457c-4586-b1de-ae65691e6195" providerId="ADAL" clId="{EA3CDBE6-89A5-446C-A07E-C5EA3FCF9C1A}" dt="2025-03-17T04:54:20.556" v="869" actId="1036"/>
        <pc:sldMkLst>
          <pc:docMk/>
          <pc:sldMk cId="2181611286" sldId="2147473862"/>
        </pc:sldMkLst>
        <pc:spChg chg="mod">
          <ac:chgData name="Truc, Nguyen Thanh [Tech/Peripheral System Dev]" userId="3409af3e-457c-4586-b1de-ae65691e6195" providerId="ADAL" clId="{EA3CDBE6-89A5-446C-A07E-C5EA3FCF9C1A}" dt="2025-03-14T08:09:49.351" v="553" actId="255"/>
          <ac:spMkLst>
            <pc:docMk/>
            <pc:sldMk cId="2181611286" sldId="2147473862"/>
            <ac:spMk id="4" creationId="{A225A4F8-7A94-8FF1-152A-2CE4252B040B}"/>
          </ac:spMkLst>
        </pc:spChg>
        <pc:picChg chg="add mod">
          <ac:chgData name="Truc, Nguyen Thanh [Tech/Peripheral System Dev]" userId="3409af3e-457c-4586-b1de-ae65691e6195" providerId="ADAL" clId="{EA3CDBE6-89A5-446C-A07E-C5EA3FCF9C1A}" dt="2025-03-17T04:54:20.556" v="869" actId="1036"/>
          <ac:picMkLst>
            <pc:docMk/>
            <pc:sldMk cId="2181611286" sldId="2147473862"/>
            <ac:picMk id="7" creationId="{C95FDCAD-FF36-23C5-5582-ECCC5FFBEF51}"/>
          </ac:picMkLst>
        </pc:picChg>
      </pc:sldChg>
      <pc:sldChg chg="new del">
        <pc:chgData name="Truc, Nguyen Thanh [Tech/Peripheral System Dev]" userId="3409af3e-457c-4586-b1de-ae65691e6195" providerId="ADAL" clId="{EA3CDBE6-89A5-446C-A07E-C5EA3FCF9C1A}" dt="2025-03-14T06:57:20.918" v="42" actId="47"/>
        <pc:sldMkLst>
          <pc:docMk/>
          <pc:sldMk cId="3062043881" sldId="2147473862"/>
        </pc:sldMkLst>
      </pc:sldChg>
      <pc:sldChg chg="delSp modSp add mod">
        <pc:chgData name="Truc, Nguyen Thanh [Tech/Peripheral System Dev]" userId="3409af3e-457c-4586-b1de-ae65691e6195" providerId="ADAL" clId="{EA3CDBE6-89A5-446C-A07E-C5EA3FCF9C1A}" dt="2025-03-17T04:00:22.965" v="759" actId="478"/>
        <pc:sldMkLst>
          <pc:docMk/>
          <pc:sldMk cId="3756094943" sldId="2147473863"/>
        </pc:sldMkLst>
        <pc:spChg chg="mod">
          <ac:chgData name="Truc, Nguyen Thanh [Tech/Peripheral System Dev]" userId="3409af3e-457c-4586-b1de-ae65691e6195" providerId="ADAL" clId="{EA3CDBE6-89A5-446C-A07E-C5EA3FCF9C1A}" dt="2025-03-17T02:27:44.561" v="619" actId="20577"/>
          <ac:spMkLst>
            <pc:docMk/>
            <pc:sldMk cId="3756094943" sldId="2147473863"/>
            <ac:spMk id="4" creationId="{84039EE7-EE8D-E349-6126-BB5EEB588368}"/>
          </ac:spMkLst>
        </pc:spChg>
      </pc:sldChg>
      <pc:sldChg chg="delSp modSp add mod ord">
        <pc:chgData name="Truc, Nguyen Thanh [Tech/Peripheral System Dev]" userId="3409af3e-457c-4586-b1de-ae65691e6195" providerId="ADAL" clId="{EA3CDBE6-89A5-446C-A07E-C5EA3FCF9C1A}" dt="2025-03-17T04:00:28.053" v="760" actId="478"/>
        <pc:sldMkLst>
          <pc:docMk/>
          <pc:sldMk cId="1045254196" sldId="2147473864"/>
        </pc:sldMkLst>
        <pc:spChg chg="mod">
          <ac:chgData name="Truc, Nguyen Thanh [Tech/Peripheral System Dev]" userId="3409af3e-457c-4586-b1de-ae65691e6195" providerId="ADAL" clId="{EA3CDBE6-89A5-446C-A07E-C5EA3FCF9C1A}" dt="2025-03-14T08:12:09.401" v="578" actId="20577"/>
          <ac:spMkLst>
            <pc:docMk/>
            <pc:sldMk cId="1045254196" sldId="2147473864"/>
            <ac:spMk id="4" creationId="{8D914E72-6FF5-EF14-67A4-CFCB791FD720}"/>
          </ac:spMkLst>
        </pc:spChg>
      </pc:sldChg>
      <pc:sldChg chg="delSp modSp add mod">
        <pc:chgData name="Truc, Nguyen Thanh [Tech/Peripheral System Dev]" userId="3409af3e-457c-4586-b1de-ae65691e6195" providerId="ADAL" clId="{EA3CDBE6-89A5-446C-A07E-C5EA3FCF9C1A}" dt="2025-03-18T01:27:00.591" v="1090" actId="20577"/>
        <pc:sldMkLst>
          <pc:docMk/>
          <pc:sldMk cId="508727279" sldId="2147473865"/>
        </pc:sldMkLst>
      </pc:sldChg>
      <pc:sldChg chg="delSp modSp add mod">
        <pc:chgData name="Truc, Nguyen Thanh [Tech/Peripheral System Dev]" userId="3409af3e-457c-4586-b1de-ae65691e6195" providerId="ADAL" clId="{EA3CDBE6-89A5-446C-A07E-C5EA3FCF9C1A}" dt="2025-03-17T04:00:34.829" v="762" actId="478"/>
        <pc:sldMkLst>
          <pc:docMk/>
          <pc:sldMk cId="3439185004" sldId="2147473866"/>
        </pc:sldMkLst>
        <pc:spChg chg="mod">
          <ac:chgData name="Truc, Nguyen Thanh [Tech/Peripheral System Dev]" userId="3409af3e-457c-4586-b1de-ae65691e6195" providerId="ADAL" clId="{EA3CDBE6-89A5-446C-A07E-C5EA3FCF9C1A}" dt="2025-03-17T01:53:28.581" v="608" actId="114"/>
          <ac:spMkLst>
            <pc:docMk/>
            <pc:sldMk cId="3439185004" sldId="2147473866"/>
            <ac:spMk id="4" creationId="{F7DCA651-D910-2486-872E-A61DB5111F4A}"/>
          </ac:spMkLst>
        </pc:spChg>
      </pc:sldChg>
      <pc:sldChg chg="delSp modSp add mod">
        <pc:chgData name="Truc, Nguyen Thanh [Tech/Peripheral System Dev]" userId="3409af3e-457c-4586-b1de-ae65691e6195" providerId="ADAL" clId="{EA3CDBE6-89A5-446C-A07E-C5EA3FCF9C1A}" dt="2025-03-17T04:00:40.205" v="763" actId="478"/>
        <pc:sldMkLst>
          <pc:docMk/>
          <pc:sldMk cId="2652498934" sldId="2147473867"/>
        </pc:sldMkLst>
        <pc:spChg chg="mod">
          <ac:chgData name="Truc, Nguyen Thanh [Tech/Peripheral System Dev]" userId="3409af3e-457c-4586-b1de-ae65691e6195" providerId="ADAL" clId="{EA3CDBE6-89A5-446C-A07E-C5EA3FCF9C1A}" dt="2025-03-17T02:03:25.268" v="617" actId="20577"/>
          <ac:spMkLst>
            <pc:docMk/>
            <pc:sldMk cId="2652498934" sldId="2147473867"/>
            <ac:spMk id="4" creationId="{FEF4D36A-0EDC-F256-4DF6-D054613CD7EE}"/>
          </ac:spMkLst>
        </pc:spChg>
      </pc:sldChg>
      <pc:sldChg chg="delSp modSp add mod">
        <pc:chgData name="Truc, Nguyen Thanh [Tech/Peripheral System Dev]" userId="3409af3e-457c-4586-b1de-ae65691e6195" providerId="ADAL" clId="{EA3CDBE6-89A5-446C-A07E-C5EA3FCF9C1A}" dt="2025-03-17T04:00:44.652" v="764" actId="478"/>
        <pc:sldMkLst>
          <pc:docMk/>
          <pc:sldMk cId="1684532989" sldId="2147473868"/>
        </pc:sldMkLst>
        <pc:spChg chg="mod">
          <ac:chgData name="Truc, Nguyen Thanh [Tech/Peripheral System Dev]" userId="3409af3e-457c-4586-b1de-ae65691e6195" providerId="ADAL" clId="{EA3CDBE6-89A5-446C-A07E-C5EA3FCF9C1A}" dt="2025-03-17T03:51:23.896" v="688"/>
          <ac:spMkLst>
            <pc:docMk/>
            <pc:sldMk cId="1684532989" sldId="2147473868"/>
            <ac:spMk id="4" creationId="{A011B1F5-163F-FABC-3540-A2B6EBA20A70}"/>
          </ac:spMkLst>
        </pc:spChg>
        <pc:spChg chg="mod">
          <ac:chgData name="Truc, Nguyen Thanh [Tech/Peripheral System Dev]" userId="3409af3e-457c-4586-b1de-ae65691e6195" providerId="ADAL" clId="{EA3CDBE6-89A5-446C-A07E-C5EA3FCF9C1A}" dt="2025-03-17T03:39:30.701" v="624" actId="20577"/>
          <ac:spMkLst>
            <pc:docMk/>
            <pc:sldMk cId="1684532989" sldId="2147473868"/>
            <ac:spMk id="16" creationId="{695A5F88-9D5C-675D-3684-1961A1EE2B86}"/>
          </ac:spMkLst>
        </pc:spChg>
      </pc:sldChg>
      <pc:sldChg chg="addSp delSp modSp add mod ord">
        <pc:chgData name="Truc, Nguyen Thanh [Tech/Peripheral System Dev]" userId="3409af3e-457c-4586-b1de-ae65691e6195" providerId="ADAL" clId="{EA3CDBE6-89A5-446C-A07E-C5EA3FCF9C1A}" dt="2025-03-17T06:59:09.871" v="945" actId="1036"/>
        <pc:sldMkLst>
          <pc:docMk/>
          <pc:sldMk cId="2342706636" sldId="2147473869"/>
        </pc:sldMkLst>
        <pc:spChg chg="mod">
          <ac:chgData name="Truc, Nguyen Thanh [Tech/Peripheral System Dev]" userId="3409af3e-457c-4586-b1de-ae65691e6195" providerId="ADAL" clId="{EA3CDBE6-89A5-446C-A07E-C5EA3FCF9C1A}" dt="2025-03-17T06:59:09.871" v="945" actId="1036"/>
          <ac:spMkLst>
            <pc:docMk/>
            <pc:sldMk cId="2342706636" sldId="2147473869"/>
            <ac:spMk id="4" creationId="{8941C06E-CB5A-B604-015D-AA2B5923EEFD}"/>
          </ac:spMkLst>
        </pc:spChg>
        <pc:graphicFrameChg chg="add mod modGraphic">
          <ac:chgData name="Truc, Nguyen Thanh [Tech/Peripheral System Dev]" userId="3409af3e-457c-4586-b1de-ae65691e6195" providerId="ADAL" clId="{EA3CDBE6-89A5-446C-A07E-C5EA3FCF9C1A}" dt="2025-03-17T06:59:01.372" v="928" actId="14734"/>
          <ac:graphicFrameMkLst>
            <pc:docMk/>
            <pc:sldMk cId="2342706636" sldId="2147473869"/>
            <ac:graphicFrameMk id="2" creationId="{41398772-6B0B-8813-8CE5-B68848F58022}"/>
          </ac:graphicFrameMkLst>
        </pc:graphicFrameChg>
      </pc:sldChg>
      <pc:sldChg chg="delSp modSp add mod">
        <pc:chgData name="Truc, Nguyen Thanh [Tech/Peripheral System Dev]" userId="3409af3e-457c-4586-b1de-ae65691e6195" providerId="ADAL" clId="{EA3CDBE6-89A5-446C-A07E-C5EA3FCF9C1A}" dt="2025-03-17T04:00:52.909" v="766" actId="478"/>
        <pc:sldMkLst>
          <pc:docMk/>
          <pc:sldMk cId="1713531008" sldId="2147473870"/>
        </pc:sldMkLst>
        <pc:spChg chg="mod">
          <ac:chgData name="Truc, Nguyen Thanh [Tech/Peripheral System Dev]" userId="3409af3e-457c-4586-b1de-ae65691e6195" providerId="ADAL" clId="{EA3CDBE6-89A5-446C-A07E-C5EA3FCF9C1A}" dt="2025-03-17T03:55:19.060" v="752" actId="1036"/>
          <ac:spMkLst>
            <pc:docMk/>
            <pc:sldMk cId="1713531008" sldId="2147473870"/>
            <ac:spMk id="4" creationId="{826B93F9-8466-997B-4F16-5703E78A7A29}"/>
          </ac:spMkLst>
        </pc:spChg>
        <pc:graphicFrameChg chg="mod modGraphic">
          <ac:chgData name="Truc, Nguyen Thanh [Tech/Peripheral System Dev]" userId="3409af3e-457c-4586-b1de-ae65691e6195" providerId="ADAL" clId="{EA3CDBE6-89A5-446C-A07E-C5EA3FCF9C1A}" dt="2025-03-17T03:55:36.918" v="754" actId="14734"/>
          <ac:graphicFrameMkLst>
            <pc:docMk/>
            <pc:sldMk cId="1713531008" sldId="2147473870"/>
            <ac:graphicFrameMk id="2" creationId="{D92388C7-1A02-69AC-AB33-54EFA26AEEE8}"/>
          </ac:graphicFrameMkLst>
        </pc:graphicFrameChg>
      </pc:sldChg>
      <pc:sldChg chg="new del">
        <pc:chgData name="Truc, Nguyen Thanh [Tech/Peripheral System Dev]" userId="3409af3e-457c-4586-b1de-ae65691e6195" providerId="ADAL" clId="{EA3CDBE6-89A5-446C-A07E-C5EA3FCF9C1A}" dt="2025-03-17T03:52:11.641" v="690" actId="680"/>
        <pc:sldMkLst>
          <pc:docMk/>
          <pc:sldMk cId="2684764740" sldId="2147473870"/>
        </pc:sldMkLst>
      </pc:sldChg>
      <pc:sldChg chg="addSp delSp modSp add mod ord">
        <pc:chgData name="Truc, Nguyen Thanh [Tech/Peripheral System Dev]" userId="3409af3e-457c-4586-b1de-ae65691e6195" providerId="ADAL" clId="{EA3CDBE6-89A5-446C-A07E-C5EA3FCF9C1A}" dt="2025-03-18T01:58:34.274" v="1147" actId="1035"/>
        <pc:sldMkLst>
          <pc:docMk/>
          <pc:sldMk cId="503295414" sldId="2147473871"/>
        </pc:sldMkLst>
      </pc:sldChg>
      <pc:sldChg chg="modSp add mod">
        <pc:chgData name="Truc, Nguyen Thanh [Tech/Peripheral System Dev]" userId="3409af3e-457c-4586-b1de-ae65691e6195" providerId="ADAL" clId="{EA3CDBE6-89A5-446C-A07E-C5EA3FCF9C1A}" dt="2025-03-18T11:26:21.508" v="1193" actId="20577"/>
        <pc:sldMkLst>
          <pc:docMk/>
          <pc:sldMk cId="1113248857" sldId="2147473872"/>
        </pc:sldMkLst>
        <pc:spChg chg="mod">
          <ac:chgData name="Truc, Nguyen Thanh [Tech/Peripheral System Dev]" userId="3409af3e-457c-4586-b1de-ae65691e6195" providerId="ADAL" clId="{EA3CDBE6-89A5-446C-A07E-C5EA3FCF9C1A}" dt="2025-03-18T11:26:21.508" v="1193" actId="20577"/>
          <ac:spMkLst>
            <pc:docMk/>
            <pc:sldMk cId="1113248857" sldId="2147473872"/>
            <ac:spMk id="4" creationId="{04DE6EB9-A081-BB9B-9BB9-84DB85C66B9F}"/>
          </ac:spMkLst>
        </pc:spChg>
        <pc:spChg chg="mod">
          <ac:chgData name="Truc, Nguyen Thanh [Tech/Peripheral System Dev]" userId="3409af3e-457c-4586-b1de-ae65691e6195" providerId="ADAL" clId="{EA3CDBE6-89A5-446C-A07E-C5EA3FCF9C1A}" dt="2025-03-17T06:27:02.767" v="878"/>
          <ac:spMkLst>
            <pc:docMk/>
            <pc:sldMk cId="1113248857" sldId="2147473872"/>
            <ac:spMk id="16" creationId="{22D1A853-8753-896E-6DFF-0B81E00496C6}"/>
          </ac:spMkLst>
        </pc:spChg>
      </pc:sldChg>
      <pc:sldChg chg="add">
        <pc:chgData name="Truc, Nguyen Thanh [Tech/Peripheral System Dev]" userId="3409af3e-457c-4586-b1de-ae65691e6195" providerId="ADAL" clId="{EA3CDBE6-89A5-446C-A07E-C5EA3FCF9C1A}" dt="2025-03-17T06:55:51.218" v="881" actId="2890"/>
        <pc:sldMkLst>
          <pc:docMk/>
          <pc:sldMk cId="657573046" sldId="2147473873"/>
        </pc:sldMkLst>
      </pc:sldChg>
      <pc:sldChg chg="modSp add del mod">
        <pc:chgData name="Truc, Nguyen Thanh [Tech/Peripheral System Dev]" userId="3409af3e-457c-4586-b1de-ae65691e6195" providerId="ADAL" clId="{EA3CDBE6-89A5-446C-A07E-C5EA3FCF9C1A}" dt="2025-03-17T10:21:17.813" v="1032" actId="47"/>
        <pc:sldMkLst>
          <pc:docMk/>
          <pc:sldMk cId="1894263276" sldId="2147473874"/>
        </pc:sldMkLst>
      </pc:sldChg>
      <pc:sldChg chg="delSp modSp add mod">
        <pc:chgData name="Truc, Nguyen Thanh [Tech/Peripheral System Dev]" userId="3409af3e-457c-4586-b1de-ae65691e6195" providerId="ADAL" clId="{EA3CDBE6-89A5-446C-A07E-C5EA3FCF9C1A}" dt="2025-03-17T10:22:16.056" v="1047" actId="14100"/>
        <pc:sldMkLst>
          <pc:docMk/>
          <pc:sldMk cId="72103801" sldId="2147473875"/>
        </pc:sldMkLst>
        <pc:spChg chg="mod">
          <ac:chgData name="Truc, Nguyen Thanh [Tech/Peripheral System Dev]" userId="3409af3e-457c-4586-b1de-ae65691e6195" providerId="ADAL" clId="{EA3CDBE6-89A5-446C-A07E-C5EA3FCF9C1A}" dt="2025-03-17T10:22:16.056" v="1047" actId="14100"/>
          <ac:spMkLst>
            <pc:docMk/>
            <pc:sldMk cId="72103801" sldId="2147473875"/>
            <ac:spMk id="4" creationId="{4236DBE1-73FC-F65A-E740-2EB3FF575804}"/>
          </ac:spMkLst>
        </pc:spChg>
      </pc:sldChg>
      <pc:sldChg chg="modSp add mod">
        <pc:chgData name="Truc, Nguyen Thanh [Tech/Peripheral System Dev]" userId="3409af3e-457c-4586-b1de-ae65691e6195" providerId="ADAL" clId="{EA3CDBE6-89A5-446C-A07E-C5EA3FCF9C1A}" dt="2025-03-19T09:17:16.589" v="1198" actId="20577"/>
        <pc:sldMkLst>
          <pc:docMk/>
          <pc:sldMk cId="272106610" sldId="2147473876"/>
        </pc:sldMkLst>
      </pc:sldChg>
      <pc:sldChg chg="modSp add mod">
        <pc:chgData name="Truc, Nguyen Thanh [Tech/Peripheral System Dev]" userId="3409af3e-457c-4586-b1de-ae65691e6195" providerId="ADAL" clId="{EA3CDBE6-89A5-446C-A07E-C5EA3FCF9C1A}" dt="2025-03-18T11:30:51.231" v="1196" actId="20577"/>
        <pc:sldMkLst>
          <pc:docMk/>
          <pc:sldMk cId="2161068986" sldId="2147473877"/>
        </pc:sldMkLst>
        <pc:spChg chg="mod">
          <ac:chgData name="Truc, Nguyen Thanh [Tech/Peripheral System Dev]" userId="3409af3e-457c-4586-b1de-ae65691e6195" providerId="ADAL" clId="{EA3CDBE6-89A5-446C-A07E-C5EA3FCF9C1A}" dt="2025-03-18T11:30:51.231" v="1196" actId="20577"/>
          <ac:spMkLst>
            <pc:docMk/>
            <pc:sldMk cId="2161068986" sldId="2147473877"/>
            <ac:spMk id="4" creationId="{EE95A25C-EE0C-C75C-1749-5E6B8D2B2735}"/>
          </ac:spMkLst>
        </pc:spChg>
        <pc:spChg chg="mod">
          <ac:chgData name="Truc, Nguyen Thanh [Tech/Peripheral System Dev]" userId="3409af3e-457c-4586-b1de-ae65691e6195" providerId="ADAL" clId="{EA3CDBE6-89A5-446C-A07E-C5EA3FCF9C1A}" dt="2025-03-18T11:30:33.098" v="1195"/>
          <ac:spMkLst>
            <pc:docMk/>
            <pc:sldMk cId="2161068986" sldId="2147473877"/>
            <ac:spMk id="16" creationId="{4FB21475-B44B-EAF5-4E95-F105DB68AEE1}"/>
          </ac:spMkLst>
        </pc:spChg>
      </pc:sldChg>
    </pc:docChg>
  </pc:docChgLst>
  <pc:docChgLst>
    <pc:chgData name="Khiem, Do Thanh [Tech/System Architecture]" userId="S::dt.khiem@dai-ichi-life.com.vn::d9b3825f-908c-4900-853e-a6152e0e227a" providerId="AD" clId="Web-{BDEDA218-C766-A134-6B7E-E8BFA05AF43A}"/>
    <pc:docChg chg="addSld delSld modSld">
      <pc:chgData name="Khiem, Do Thanh [Tech/System Architecture]" userId="S::dt.khiem@dai-ichi-life.com.vn::d9b3825f-908c-4900-853e-a6152e0e227a" providerId="AD" clId="Web-{BDEDA218-C766-A134-6B7E-E8BFA05AF43A}" dt="2025-05-12T04:56:32.336" v="20"/>
      <pc:docMkLst>
        <pc:docMk/>
      </pc:docMkLst>
      <pc:sldChg chg="modSp">
        <pc:chgData name="Khiem, Do Thanh [Tech/System Architecture]" userId="S::dt.khiem@dai-ichi-life.com.vn::d9b3825f-908c-4900-853e-a6152e0e227a" providerId="AD" clId="Web-{BDEDA218-C766-A134-6B7E-E8BFA05AF43A}" dt="2025-05-12T04:55:58.601" v="3" actId="20577"/>
        <pc:sldMkLst>
          <pc:docMk/>
          <pc:sldMk cId="63243762" sldId="2147473859"/>
        </pc:sldMkLst>
        <pc:spChg chg="mod">
          <ac:chgData name="Khiem, Do Thanh [Tech/System Architecture]" userId="S::dt.khiem@dai-ichi-life.com.vn::d9b3825f-908c-4900-853e-a6152e0e227a" providerId="AD" clId="Web-{BDEDA218-C766-A134-6B7E-E8BFA05AF43A}" dt="2025-05-12T04:55:58.601" v="3" actId="20577"/>
          <ac:spMkLst>
            <pc:docMk/>
            <pc:sldMk cId="63243762" sldId="2147473859"/>
            <ac:spMk id="4" creationId="{996EE6E3-839C-04D8-9E48-5C2EAA318A3C}"/>
          </ac:spMkLst>
        </pc:spChg>
      </pc:sldChg>
      <pc:sldChg chg="modSp add del replId">
        <pc:chgData name="Khiem, Do Thanh [Tech/System Architecture]" userId="S::dt.khiem@dai-ichi-life.com.vn::d9b3825f-908c-4900-853e-a6152e0e227a" providerId="AD" clId="Web-{BDEDA218-C766-A134-6B7E-E8BFA05AF43A}" dt="2025-05-12T04:56:32.336" v="20"/>
        <pc:sldMkLst>
          <pc:docMk/>
          <pc:sldMk cId="1182907246" sldId="2147473860"/>
        </pc:sldMkLst>
        <pc:spChg chg="mod">
          <ac:chgData name="Khiem, Do Thanh [Tech/System Architecture]" userId="S::dt.khiem@dai-ichi-life.com.vn::d9b3825f-908c-4900-853e-a6152e0e227a" providerId="AD" clId="Web-{BDEDA218-C766-A134-6B7E-E8BFA05AF43A}" dt="2025-05-12T04:56:31.102" v="19" actId="20577"/>
          <ac:spMkLst>
            <pc:docMk/>
            <pc:sldMk cId="1182907246" sldId="2147473860"/>
            <ac:spMk id="4" creationId="{54A86733-DA3E-7920-7E94-F776FF4865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8E80EC-FD43-4E90-BF2C-6794AE2127BC}" type="datetimeFigureOut">
              <a:rPr lang="en-US" smtClean="0"/>
              <a:t>03/02/2026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EE285-0302-4D27-8979-9DA2B1EEED87}" type="slidenum">
              <a:rPr lang="en-US" smtClean="0"/>
              <a:t>‹#›</a:t>
            </a:fld>
            <a:endParaRPr lang="en-US"/>
          </a:p>
        </p:txBody>
      </p:sp>
    </p:spTree>
    <p:extLst>
      <p:ext uri="{BB962C8B-B14F-4D97-AF65-F5344CB8AC3E}">
        <p14:creationId xmlns:p14="http://schemas.microsoft.com/office/powerpoint/2010/main" val="304858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5150C-4547-F68D-8BDA-63F7AA361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8292B-58E7-9F39-8C41-2CE5729EC4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8C8CD2-0222-1471-366A-31C294959039}"/>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5EC2B3B-445F-A257-BFB1-FFD7F9AE8E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2168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6552-1B5E-3A31-B55F-BF0EF6AAF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F0145-5484-57DC-C6AF-66E154238F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C70785-DD15-F235-66F2-3095C088BA35}"/>
              </a:ext>
            </a:extLst>
          </p:cNvPr>
          <p:cNvSpPr>
            <a:spLocks noGrp="1"/>
          </p:cNvSpPr>
          <p:nvPr>
            <p:ph type="body" idx="1"/>
          </p:nvPr>
        </p:nvSpPr>
        <p:spPr/>
        <p:txBody>
          <a:bodyPr/>
          <a:lstStyle/>
          <a:p>
            <a:pPr algn="l">
              <a:buFont typeface="Arial" panose="020B0604020202020204" pitchFamily="34" charset="0"/>
              <a:buChar char="•"/>
            </a:pPr>
            <a:r>
              <a:rPr lang="vi-VN" b="0" i="0" dirty="0">
                <a:effectLst/>
                <a:latin typeface="Segoe UI Symbol" panose="020B0502040204020203" pitchFamily="34" charset="0"/>
              </a:rPr>
              <a:t>Vẽ được Workflow (thể hiện RACI matrix)</a:t>
            </a:r>
          </a:p>
          <a:p>
            <a:pPr algn="l">
              <a:buFont typeface="Arial" panose="020B0604020202020204" pitchFamily="34" charset="0"/>
              <a:buChar char="•"/>
            </a:pPr>
            <a:r>
              <a:rPr lang="vi-VN" b="0" i="0" dirty="0">
                <a:effectLst/>
                <a:latin typeface="Segoe UI Symbol" panose="020B0502040204020203" pitchFamily="34" charset="0"/>
              </a:rPr>
              <a:t>Thể hiện rõ vai trò của các team (Dev, SA, Architecture) trong từng công việc nếu có sự phối hợp.</a:t>
            </a:r>
          </a:p>
          <a:p>
            <a:pPr algn="l">
              <a:buFont typeface="Arial" panose="020B0604020202020204" pitchFamily="34" charset="0"/>
              <a:buChar char="•"/>
            </a:pPr>
            <a:r>
              <a:rPr lang="vi-VN" b="0" i="0" dirty="0">
                <a:effectLst/>
                <a:latin typeface="Segoe UI Symbol" panose="020B0502040204020203" pitchFamily="34" charset="0"/>
              </a:rPr>
              <a:t>Hướng dẫn quy trình cho từng loại cụ thể: API ACE, Frontend, WebApp hoặc từng framework mà nội bộ DLVN đang sử dụng (npm, maven, ....)</a:t>
            </a:r>
            <a:endParaRPr lang="en-US" b="0" i="0" dirty="0">
              <a:effectLst/>
              <a:latin typeface="Segoe UI Symbol" panose="020B0502040204020203" pitchFamily="34" charset="0"/>
            </a:endParaRPr>
          </a:p>
          <a:p>
            <a:pPr algn="l">
              <a:buFont typeface="Arial" panose="020B0604020202020204" pitchFamily="34" charset="0"/>
              <a:buChar char="•"/>
            </a:pPr>
            <a:endParaRPr lang="vi-VN" b="0" i="0" dirty="0">
              <a:effectLst/>
              <a:latin typeface="Segoe UI Symbol" panose="020B0502040204020203" pitchFamily="34" charset="0"/>
            </a:endParaRPr>
          </a:p>
          <a:p>
            <a:pPr marL="342900" indent="-342900">
              <a:buFont typeface="+mj-lt"/>
              <a:buAutoNum type="arabicPeriod"/>
            </a:pPr>
            <a:r>
              <a:rPr lang="en-US" dirty="0"/>
              <a:t>Identify application components and installation/operation documentation</a:t>
            </a:r>
          </a:p>
          <a:p>
            <a:pPr marL="342900" indent="-342900">
              <a:buFont typeface="+mj-lt"/>
              <a:buAutoNum type="arabicPeriod"/>
            </a:pPr>
            <a:r>
              <a:rPr lang="en-US" dirty="0"/>
              <a:t>Identify configuration files for application components</a:t>
            </a:r>
          </a:p>
          <a:p>
            <a:pPr marL="342900" indent="-342900">
              <a:buFont typeface="+mj-lt"/>
              <a:buAutoNum type="arabicPeriod"/>
            </a:pPr>
            <a:r>
              <a:rPr lang="en-US" dirty="0"/>
              <a:t>Externalize and standardize application configuration</a:t>
            </a:r>
          </a:p>
          <a:p>
            <a:pPr marL="342900" indent="-342900">
              <a:buFont typeface="+mj-lt"/>
              <a:buAutoNum type="arabicPeriod"/>
            </a:pPr>
            <a:r>
              <a:rPr lang="en-US" dirty="0"/>
              <a:t>Identify direct filesystem usage and determine the need for persistent storage mapping (PVC)</a:t>
            </a:r>
          </a:p>
          <a:p>
            <a:pPr marL="342900" indent="-342900">
              <a:buFont typeface="+mj-lt"/>
              <a:buAutoNum type="arabicPeriod"/>
            </a:pPr>
            <a:r>
              <a:rPr lang="en-US" dirty="0"/>
              <a:t>Review scheduled tasks and prefer Kubernetes </a:t>
            </a:r>
            <a:r>
              <a:rPr lang="en-US" dirty="0" err="1"/>
              <a:t>CronJobs</a:t>
            </a:r>
            <a:r>
              <a:rPr lang="en-US" dirty="0"/>
              <a:t> over long-running single-pod Deployments</a:t>
            </a:r>
          </a:p>
          <a:p>
            <a:pPr marL="342900" indent="-342900">
              <a:buFont typeface="+mj-lt"/>
              <a:buAutoNum type="arabicPeriod"/>
            </a:pPr>
            <a:r>
              <a:rPr lang="en-US" dirty="0"/>
              <a:t>Containerize Application (</a:t>
            </a:r>
            <a:r>
              <a:rPr lang="en-US" dirty="0" err="1"/>
              <a:t>Dockerfile</a:t>
            </a:r>
            <a:r>
              <a:rPr lang="en-US" dirty="0"/>
              <a:t>)</a:t>
            </a:r>
          </a:p>
          <a:p>
            <a:pPr marL="342900" indent="-342900">
              <a:buFont typeface="+mj-lt"/>
              <a:buAutoNum type="arabicPeriod"/>
            </a:pPr>
            <a:r>
              <a:rPr lang="en-US" dirty="0"/>
              <a:t>Review structure GitLab repositories</a:t>
            </a:r>
          </a:p>
          <a:p>
            <a:pPr marL="342900" indent="-342900">
              <a:buFont typeface="+mj-lt"/>
              <a:buAutoNum type="arabicPeriod"/>
            </a:pPr>
            <a:r>
              <a:rPr lang="en-US" dirty="0"/>
              <a:t>Switch Application Logging to Console Logging</a:t>
            </a:r>
          </a:p>
          <a:p>
            <a:pPr marL="342900" indent="-342900">
              <a:buFont typeface="+mj-lt"/>
              <a:buAutoNum type="arabicPeriod"/>
            </a:pPr>
            <a:r>
              <a:rPr lang="en-US" dirty="0"/>
              <a:t>Create </a:t>
            </a:r>
            <a:r>
              <a:rPr lang="en-US" dirty="0" err="1"/>
              <a:t>GitOps</a:t>
            </a:r>
            <a:r>
              <a:rPr lang="en-US" dirty="0"/>
              <a:t> Project with Helm Charts</a:t>
            </a:r>
          </a:p>
          <a:p>
            <a:pPr marL="342900" indent="-342900">
              <a:buFont typeface="+mj-lt"/>
              <a:buAutoNum type="arabicPeriod"/>
            </a:pPr>
            <a:r>
              <a:rPr lang="en-US" dirty="0"/>
              <a:t>Configure GitLab CI Pipeline</a:t>
            </a:r>
          </a:p>
          <a:p>
            <a:pPr marL="342900" indent="-342900">
              <a:buFont typeface="+mj-lt"/>
              <a:buAutoNum type="arabicPeriod"/>
            </a:pPr>
            <a:r>
              <a:rPr lang="en-US" dirty="0"/>
              <a:t>Update CI base pipeline</a:t>
            </a:r>
          </a:p>
          <a:p>
            <a:pPr marL="342900" indent="-342900">
              <a:buFont typeface="+mj-lt"/>
              <a:buAutoNum type="arabicPeriod"/>
            </a:pPr>
            <a:r>
              <a:rPr lang="en-US" dirty="0"/>
              <a:t>Create Harbor project and permissions</a:t>
            </a:r>
          </a:p>
          <a:p>
            <a:pPr marL="342900" indent="-342900">
              <a:buFont typeface="+mj-lt"/>
              <a:buAutoNum type="arabicPeriod"/>
            </a:pPr>
            <a:r>
              <a:rPr lang="en-US" dirty="0"/>
              <a:t>Create OpenShift namespace and RBAC</a:t>
            </a:r>
          </a:p>
          <a:p>
            <a:pPr marL="342900" indent="-342900">
              <a:buFont typeface="+mj-lt"/>
              <a:buAutoNum type="arabicPeriod"/>
            </a:pPr>
            <a:r>
              <a:rPr lang="en-US" dirty="0"/>
              <a:t>Configure image pull secrets</a:t>
            </a:r>
          </a:p>
          <a:p>
            <a:pPr marL="342900" indent="-342900">
              <a:buFont typeface="+mj-lt"/>
              <a:buAutoNum type="arabicPeriod"/>
            </a:pPr>
            <a:r>
              <a:rPr lang="en-US" dirty="0"/>
              <a:t>Prepare environment-specific configuration</a:t>
            </a:r>
          </a:p>
          <a:p>
            <a:pPr marL="342900" indent="-342900">
              <a:buFont typeface="+mj-lt"/>
              <a:buAutoNum type="arabicPeriod"/>
            </a:pPr>
            <a:r>
              <a:rPr lang="en-US" dirty="0"/>
              <a:t>Create Argo CD application and access control</a:t>
            </a:r>
          </a:p>
          <a:p>
            <a:pPr marL="342900" indent="-342900">
              <a:buFont typeface="+mj-lt"/>
              <a:buAutoNum type="arabicPeriod"/>
            </a:pPr>
            <a:r>
              <a:rPr lang="en-US" dirty="0"/>
              <a:t>Configure routing (DataPower or F5)</a:t>
            </a:r>
          </a:p>
          <a:p>
            <a:endParaRPr lang="en-US" dirty="0"/>
          </a:p>
        </p:txBody>
      </p:sp>
      <p:sp>
        <p:nvSpPr>
          <p:cNvPr id="4" name="Slide Number Placeholder 3">
            <a:extLst>
              <a:ext uri="{FF2B5EF4-FFF2-40B4-BE49-F238E27FC236}">
                <a16:creationId xmlns:a16="http://schemas.microsoft.com/office/drawing/2014/main" id="{AEFC1F74-DBEC-8D28-833E-4D5FDEB3F7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611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66C0-D317-8686-A878-941DEF669D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EEDDB-9B02-12FB-51EF-03DDA5450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373DD-6B4D-4408-F8A6-E4F6D797998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B4EFCB0F-F430-F6FA-739E-3D227A233B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32105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3487-D955-E8C1-188B-4E429A125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265F4-FC0F-18FF-95B9-BD32E1D76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9745E-51B0-63B9-1F8A-CBE22EC418AA}"/>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F7543197-554D-9EE3-E119-51348274F68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6192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4EE6F-FC0D-9CD1-795D-8B80F9EE0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A3B1D-1A81-7228-6CDB-F613A4827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65658E-0C7E-A97D-905C-EB98ADB6E0E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CAEFA72-C579-7DAC-F8E7-869E98311D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33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9CE34-B554-246B-8843-2E8EC2B6A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0ACE9-027E-4820-122F-45B4E8E75B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F59FB-72B1-7910-4C7A-2259201517C2}"/>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C5568C9-57BD-77BA-A321-80A7455952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543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EFD5D-53B4-46D1-563A-704C10BE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90DE-F0D8-047A-39FD-0604E2AE3E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0F4F4-6A44-9882-179D-602D958B2889}"/>
              </a:ext>
            </a:extLst>
          </p:cNvPr>
          <p:cNvSpPr>
            <a:spLocks noGrp="1"/>
          </p:cNvSpPr>
          <p:nvPr>
            <p:ph type="body" idx="1"/>
          </p:nvPr>
        </p:nvSpPr>
        <p:spPr/>
        <p:txBody>
          <a:bodyPr/>
          <a:lstStyle/>
          <a:p>
            <a:r>
              <a:rPr lang="en-US" dirty="0"/>
              <a:t>OpenShift resource: https://jiminbyun.medium.com/understanding-openshift-4-resource-types-25d05110526a</a:t>
            </a:r>
          </a:p>
          <a:p>
            <a:endParaRPr lang="vi-VN" dirty="0"/>
          </a:p>
        </p:txBody>
      </p:sp>
      <p:sp>
        <p:nvSpPr>
          <p:cNvPr id="4" name="Slide Number Placeholder 3">
            <a:extLst>
              <a:ext uri="{FF2B5EF4-FFF2-40B4-BE49-F238E27FC236}">
                <a16:creationId xmlns:a16="http://schemas.microsoft.com/office/drawing/2014/main" id="{20E8E065-F933-85ED-79FE-9CD43AE691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924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8980D-AA0B-E9F3-A20A-86832986D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69FB1-1BDD-636E-2DE0-B8D124163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B96A5-EECA-3682-D829-00A19F1C7D7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2D7C299B-B1A5-A890-2A4E-93384F4311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8339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95B87-DC20-09CD-2B07-1467FB99D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3A234-7DFD-10B3-6883-ED8E02E23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716A48-FAFC-3026-76BC-38D24FE15F33}"/>
              </a:ext>
            </a:extLst>
          </p:cNvPr>
          <p:cNvSpPr>
            <a:spLocks noGrp="1"/>
          </p:cNvSpPr>
          <p:nvPr>
            <p:ph type="body" idx="1"/>
          </p:nvPr>
        </p:nvSpPr>
        <p:spPr/>
        <p:txBody>
          <a:bodyPr/>
          <a:lstStyle/>
          <a:p>
            <a:r>
              <a:rPr lang="en-US" dirty="0"/>
              <a:t>OpenShift resource: https://jiminbyun.medium.com/understanding-openshift-4-resource-types-25d05110526a</a:t>
            </a:r>
          </a:p>
          <a:p>
            <a:endParaRPr lang="vi-VN" dirty="0"/>
          </a:p>
        </p:txBody>
      </p:sp>
      <p:sp>
        <p:nvSpPr>
          <p:cNvPr id="4" name="Slide Number Placeholder 3">
            <a:extLst>
              <a:ext uri="{FF2B5EF4-FFF2-40B4-BE49-F238E27FC236}">
                <a16:creationId xmlns:a16="http://schemas.microsoft.com/office/drawing/2014/main" id="{9A64B49E-34CA-D28F-F39D-6873C56465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053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9ED8-8809-19F9-49D5-BFEC7C981E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65702-CBCE-5746-DE65-9BD00D3FC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44F96-90BC-D2DA-F742-A749EF36A887}"/>
              </a:ext>
            </a:extLst>
          </p:cNvPr>
          <p:cNvSpPr>
            <a:spLocks noGrp="1"/>
          </p:cNvSpPr>
          <p:nvPr>
            <p:ph type="body" idx="1"/>
          </p:nvPr>
        </p:nvSpPr>
        <p:spPr/>
        <p:txBody>
          <a:bodyPr/>
          <a:lstStyle/>
          <a:p>
            <a:r>
              <a:rPr lang="en-US" dirty="0"/>
              <a:t>OpenShift resource: https://jiminbyun.medium.com/understanding-openshift-4-resource-types-25d05110526a</a:t>
            </a:r>
          </a:p>
          <a:p>
            <a:endParaRPr lang="vi-VN" dirty="0"/>
          </a:p>
        </p:txBody>
      </p:sp>
      <p:sp>
        <p:nvSpPr>
          <p:cNvPr id="4" name="Slide Number Placeholder 3">
            <a:extLst>
              <a:ext uri="{FF2B5EF4-FFF2-40B4-BE49-F238E27FC236}">
                <a16:creationId xmlns:a16="http://schemas.microsoft.com/office/drawing/2014/main" id="{AC27F145-C773-1B2F-18F4-59F41895C2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6988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AE8E-92CC-51A5-2B4D-4C07BA5E1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4F493-4EE8-2297-FA84-2189E82F21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50ECD2-F98E-9FD0-0E11-D7E7169D01C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38DD83D-0661-1A6A-ECCE-740A14D541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3953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A9862-DD03-F9FC-2909-45ACC0899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74EA9-AC08-FB3C-DDA0-0291216D33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54995-707A-69A9-84DD-85B29933CFA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758CB15-9180-0400-47D9-86D04717F3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0687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ACAD9-5C85-7486-7B6B-1D47CF7DE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8A3A8-E668-3621-E06D-CAF2CA05FD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65852-F9DB-2A2D-2C7D-A33B29F2848E}"/>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BA460C5-FE5B-E7DF-9C37-E2C1168D79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1517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E0036-7244-920A-D538-94EEB0948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705D2-75E9-FB69-CCB6-9100BA5FA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17A25-3E5B-D420-C013-31CC17F9C37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002539B-FCAE-DB5D-2435-7753C61F3B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0190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DF4B-5587-AD4A-C9F4-150CC314D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035D7C-52FE-A14C-4F78-5662329CB8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FCA2B5-14A4-8CAA-9F8C-28E3B61F038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EA666DE-3E12-D657-0D5D-F02C64A671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0097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C0A39-0D88-84EC-F08E-7D037DBA9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0C613-34DB-EEB6-DE8A-5CBDC71F7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1F046-EFF1-D24E-3B79-511525F852A9}"/>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EF81D200-F187-7697-D998-A302C023C8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07963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4B3D9-4C93-5704-B4D2-DBEFB3B04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B57AF-4CFA-3174-22FB-83D54704A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01F1C8-E32C-436C-4E46-C2E82DD257D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6C9A9F6-BA29-8BD6-7D9C-E577F55942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9502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AFBD-5AD3-76C1-DABA-AB464DF79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84C09-656F-1B08-799C-B0569A62E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FD0AB-9A69-0ED2-B8C9-E65C9D5E21E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A6F5F14-D16E-D382-5F4F-78F35863B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2475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8D856-F157-94B9-A39E-EA12CDCF0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186FC-C880-F30B-21C9-F2CF643BA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8B1B6-62A3-31CB-2743-E9351AACE8C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3C22942-9DC6-F64A-80FA-78EB950F8F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4725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3E364-AF77-1516-ECA3-ABE0A344C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A2C43-F8D6-0610-49B8-166B44A4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EDD11-3A28-84D1-6D26-B98B500FD24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DBCC81C-BA66-6F46-E20B-9E776BE25B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4703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B8911-14FE-9133-D462-95888158F9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530E4-3BEC-BA00-E90C-9DA782A63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CAA42-1EC3-D0D2-89D8-9AFEC9A3911E}"/>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C78273C-3E93-C9F4-B952-76AE760AB9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4835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88EA0-A99D-AF0F-61FF-739FE09C4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7C1F0-C116-CD4B-8E8D-751336CEF0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0C0FE-5A9E-1DAD-E472-CAB50F5DFB0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E6ADEB09-71F8-A762-FC2C-A976AAD812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8306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B0841-43A8-A250-35D1-B9AFF55E6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2E73D7-DCA2-5288-77F8-7684F1751B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E99813-0FDD-D28C-25C3-D9D1F9210696}"/>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0F122F3-ECFA-6E62-4F58-88E22464BF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4547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4DF72-840F-EABA-35F0-5A154FAD8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0753D-A040-87E6-0067-4F8F462E8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7AFFB9-E0FA-C1F8-AA8E-8EED2798FE1A}"/>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2F2CDD86-BBE9-36C1-A9E2-F7CD5B4D57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5924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3C0E9-331D-C3AA-D53C-68EB9F84C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086FD5-E6AF-4F1F-C749-F5566DC4D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8900CC-7718-31C9-5C79-AD313EF11A6B}"/>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C4DE5822-5DD8-5883-A900-F59B5855ED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73805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07213-FE3F-23E6-60F5-C6C928C51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56B28-3DE2-F237-A068-22D794D3EB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3CE25-AF43-3A02-4A8C-CDC3C4BE1C6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BE787EF-0C46-5565-7CDD-11C67D457F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8363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CA20D-7A2D-E23B-8764-BE5FA4761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DE253-F19F-CBEA-5F90-FF5BF980B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11CB3-DAE2-FFEE-0089-E50CF44E7983}"/>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BFF2965D-FB61-3D47-DE67-4DBC7BD606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631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501-7ABD-6E53-E6A0-264FBEEA0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61A96-EF72-261A-95F3-44A2B0A435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9DFBB-961B-C43C-E26E-0F5404B5B1E1}"/>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F27FD5B-8D51-6544-51AB-419E9F008A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9411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40B6-8410-8617-0E49-F3D66DD9B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712B7-5B78-3082-E31E-2E11E08E0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196EA-17C0-E311-8084-BA1FD4D8EC8B}"/>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424E2305-AF17-DB3E-8431-1641F7AC68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0729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88213-F2AC-F7B6-3402-7CED09615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77FEB-42EE-F3A9-5039-91D05140D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EDB15-F731-FB01-7637-6CE2CB29D141}"/>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AECA775-41D7-F815-A945-5C12ACE315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6705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2A9C1-C82D-392B-9E5E-22B42DC50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F7BB3-A0C8-D654-5ABB-ACE2E96453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56FB9E-5F5E-2B82-4DD6-010B0C0EC30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1BB4FB77-F875-974F-58B2-5BA028D21D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560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94A71-0782-936E-7B0E-EB4F42219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F4E99-6FFD-9062-2141-8FE6DB2F7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AB287-1098-E61B-EEC9-0664B4EE2D92}"/>
              </a:ext>
            </a:extLst>
          </p:cNvPr>
          <p:cNvSpPr>
            <a:spLocks noGrp="1"/>
          </p:cNvSpPr>
          <p:nvPr>
            <p:ph type="body" idx="1"/>
          </p:nvPr>
        </p:nvSpPr>
        <p:spPr/>
        <p:txBody>
          <a:bodyPr/>
          <a:lstStyle/>
          <a:p>
            <a:r>
              <a:rPr lang="vi-VN" dirty="0"/>
              <a:t>Cách làm này là cần thiết vì một số dự án (ví dụ: Replatform) cần chạy </a:t>
            </a:r>
            <a:r>
              <a:rPr lang="vi-VN" b="1" dirty="0"/>
              <a:t>cùng lúc trên on-premises và cloud</a:t>
            </a:r>
            <a:r>
              <a:rPr lang="vi-VN" dirty="0"/>
              <a:t>. Load balancing qua F5 đảm bảo rằng nếu môi trường cloud gặp sự cố, lưu lượng sẽ được chuyển về on-premises, giữ </a:t>
            </a:r>
            <a:r>
              <a:rPr lang="vi-VN" b="1" dirty="0"/>
              <a:t>tính sẵn sàng cao và ổn định</a:t>
            </a:r>
            <a:r>
              <a:rPr lang="vi-VN" dirty="0"/>
              <a:t>.</a:t>
            </a:r>
          </a:p>
        </p:txBody>
      </p:sp>
      <p:sp>
        <p:nvSpPr>
          <p:cNvPr id="4" name="Slide Number Placeholder 3">
            <a:extLst>
              <a:ext uri="{FF2B5EF4-FFF2-40B4-BE49-F238E27FC236}">
                <a16:creationId xmlns:a16="http://schemas.microsoft.com/office/drawing/2014/main" id="{10DFDACA-44FC-2463-74EB-FD9190FB36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0413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9BA61-36EA-919E-4929-95B0EFC2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35A62-18AF-CEE1-3069-D6EB8AFA9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C9A15-6247-9C1B-DF0F-5388E9E5AEE2}"/>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0B02F14-C52C-E008-CF26-F32BDB039D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07171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8AD10-1FE3-1F0E-E891-BD604C609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751DD-A27A-C1F5-E41C-BDAF3E475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F453C-8299-A32F-4453-6084FE1AADEE}"/>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850F71E3-3E37-C49E-2202-E3CD74B78B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40935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28A12-8821-304B-C3A1-BA4E11585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9636A-48D7-7255-174F-714CD238E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FE5A1-5C26-BD3A-9597-7DC2DAC41EC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584C2FA-A956-58CF-9891-F4BA4EACB3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913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945DC-1A0F-AFB8-F1DF-F2AC96B174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92FFB-A314-A6BD-E976-AA5D4C304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E1CD3-D6BF-8F6F-D7B8-1103762F4CB6}"/>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075E449-64C0-185E-4250-46094D5168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8420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A382D-DEC1-6BAE-E7F2-3FEA63AFC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50CC6-80E6-91A2-559B-F3D96186DA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1F594-53F5-23D0-EC21-6B1C2A6C742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A565E4D-1FDE-462C-0C25-D21811D7EA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0540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FC308-8EB3-ED11-86DE-C078BD947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80392-8B01-5F58-1A4B-98A1D84DE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0E9DF-516C-777C-B3D9-812A6E5C3143}"/>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38B4AC6-8168-2720-CA92-9C70079A20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73927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48F7F-10E1-FA92-F87F-EC004AC41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5FDC8D-5558-6A24-6690-CCABC0561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8E86D-2F99-CB1A-A071-0B4A8B50C2F4}"/>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73C04D0-FB11-DF70-EED0-3F0ECFD71A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66578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428E5-3094-76E5-ADD4-5CCA66476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CF2CA9-4F26-D709-5D99-DF1E97D6C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2F639-12BB-0F7C-AB5E-CADA3C001421}"/>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816CA02-F8C4-87E5-DA48-269CDA9D45F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99140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09ABF-D353-9618-501A-EB53EB604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33420-CFCA-B73C-9222-68282E7FCE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8DD19-4DB4-7FA9-407D-2CF70642EDA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E66375D-C330-3E36-BA0A-10B6E89AFB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12180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3FAEB-4F47-AA77-1CA3-7FEE49DD6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6B426-F091-3DEF-DC5F-66C2CCF9DC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0CBC1-2527-E8EB-859E-0437B527AA0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BA7E5B3-2183-8E37-749A-7F87776B87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58163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9F52-AE81-4EB6-3BDA-02DF2F2A1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8B068-75A3-D585-B3FA-3E4DA8A147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9F02A-2091-5E2F-7365-6B123FB573F7}"/>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C5F72E23-436B-91F8-B056-127A0F05F35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38557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6204-AA62-A0FC-587E-8A03D0D0C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C742A8-2C87-39E4-1BAC-524130947C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43333-A7A9-0E15-C417-7C6C8B5D1894}"/>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F967249A-B3A9-7FFF-0DA4-4B9D875978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05500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B110F-8A94-283F-F99C-AEF7A6EAD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E2FBC-4AE5-F140-E5F4-94EF7A389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D9B72-BD7E-44E0-A6D5-394A2A5B1F90}"/>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B1788290-61F5-8531-E344-3713FE62B3D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759747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F5293-B806-0C80-2B94-30C520714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D1D12-EB61-C2C1-8531-B89F18E0C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A2E6A0-14B9-29FD-0283-521CF0A120F5}"/>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7BA992A-7F3A-A251-3353-CC75154A62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1139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15D11-3756-59E4-3213-7B85B5917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1B81B9-5F5B-23B7-85A7-100ADDCE09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33ADC-A38F-0D56-2810-F8B5511E78B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5AEB58CA-6C15-7290-3E51-B2C4A9D7C0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65329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D4600-38B9-A979-AB6A-48F6F0C61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9D4A9F-DE5D-228D-60F4-1C2C33DEF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BAF49-05C9-F6FE-1331-00089D509184}"/>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89CDF995-D1A0-F7CF-FC93-ECE7641C08D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19520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E7156-2775-0995-52D5-4CE3E06FE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E22C0-08E6-2C27-A92B-8CBD69537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20C50-1354-FA4F-95EF-6C6BDC82B628}"/>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17E5AF0-9B75-2020-B49D-0CC9363503F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31243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EE526-BACB-AB8C-92FE-DAC4517BE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CABD8-C726-7CDF-343D-E0A0338A9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A042-F0FC-ECFA-1FC3-0143B07FA96E}"/>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0351E67-25DD-ADDB-7885-4A57E467C3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29344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6EED-7754-05EC-78ED-B916A35D5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233F6-D0C7-0EF3-C12E-DEC0DCC7C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D3387-DE38-E26B-26F7-8B594CF6B6FE}"/>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860586E-4DD4-2A4A-B829-CF331F603C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961983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32E5-F034-DED0-A28B-B0F3A4BB7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03A12-1A7D-7302-BDC8-53D58A8016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0AC4C-6AD5-A2C9-3EC2-3FEBFF360201}"/>
              </a:ext>
            </a:extLst>
          </p:cNvPr>
          <p:cNvSpPr>
            <a:spLocks noGrp="1"/>
          </p:cNvSpPr>
          <p:nvPr>
            <p:ph type="body" idx="1"/>
          </p:nvPr>
        </p:nvSpPr>
        <p:spPr/>
        <p:txBody>
          <a:bodyPr/>
          <a:lstStyle/>
          <a:p>
            <a:endParaRPr lang="vi-VN" dirty="0"/>
          </a:p>
        </p:txBody>
      </p:sp>
      <p:sp>
        <p:nvSpPr>
          <p:cNvPr id="4" name="Slide Number Placeholder 3">
            <a:extLst>
              <a:ext uri="{FF2B5EF4-FFF2-40B4-BE49-F238E27FC236}">
                <a16:creationId xmlns:a16="http://schemas.microsoft.com/office/drawing/2014/main" id="{D57A67F3-2C4B-A0D6-6EDD-C12C7206DB8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9454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B488-0B79-6DA6-E820-E6A212D099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EA7BE-5855-B075-36BD-B4318E44E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DD793E-C223-E6FA-C606-8FF9BF4F9DF9}"/>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89BF821A-8A89-D5AF-70E6-5049DCFBA1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73322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6662F-7DA9-2976-E604-B4F8A3F5A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395FE-0699-C119-F661-7DA2C7B15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E21553-0CBF-9301-5BF2-B96B3EF630B7}"/>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26589EE-5D19-CFA1-4FB5-74B95BF83B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29894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03D8C-9FE5-AFD8-F3E7-9229FBA1F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AE617-64ED-96A8-F395-DDBB60700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F44B7-9490-90DE-DCEB-50E4FB518637}"/>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FA2F750B-63E0-3E9D-0992-7CF96C298A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4239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1D22A-6056-D28E-8E2E-F2ECAF5534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49E1AF-59FF-CBB7-BCEE-21F30EF3B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62888-EAC0-8104-1F0E-5318C2570384}"/>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85F5A38C-9EF7-44E3-7931-F224408A8E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40537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E3A8-2418-72DF-DE31-563E970E4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B8CA6-0252-9479-885A-2FF912F88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5FF69-A591-EFFE-0C10-67D214C6166A}"/>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9BEF0AF3-B6BF-857F-DB8E-27F27D7C47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73472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97F26-FF85-2CBD-8B22-048AAD586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1DE91-9BAD-8817-F915-40D1D1B731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AFDC9-5466-C272-34CD-7832E852EE9D}"/>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7B727E18-2C15-4A01-4C5A-6571C2E210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47873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D2B62-3CD7-C7E3-48E7-AEDD64F3F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E50B0-8F36-3E61-CD62-B0768EE4A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362A8-FFC8-1674-E8C8-2FAA4DEBC391}"/>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72379BD9-E084-20DB-72FE-CE311BF67D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393437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93597-A42A-58CC-B22A-1874F743B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3591B-6D35-708F-B083-DFCB9F798B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30677-0F7C-7ED5-F5B9-4C9F502700A9}"/>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1031A3E0-5A7F-E995-3729-89C5E0F370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6970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EDFE5-F17E-72AF-46F3-0D7EFADD6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71FFA-4A6A-DD6C-AEBB-0EECEC6A9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D2A63-4E11-6CA4-8625-6DD2F7BE2AA0}"/>
              </a:ext>
            </a:extLst>
          </p:cNvPr>
          <p:cNvSpPr>
            <a:spLocks noGrp="1"/>
          </p:cNvSpPr>
          <p:nvPr>
            <p:ph type="body" idx="1"/>
          </p:nvPr>
        </p:nvSpPr>
        <p:spPr/>
        <p:txBody>
          <a:bodyPr/>
          <a:lstStyle/>
          <a:p>
            <a:r>
              <a:rPr lang="vi-VN" dirty="0"/>
              <a:t>https://kubernetes.io/docs/concepts/architecture/</a:t>
            </a:r>
            <a:endParaRPr lang="en-US" dirty="0"/>
          </a:p>
          <a:p>
            <a:endParaRPr lang="en-US" dirty="0"/>
          </a:p>
          <a:p>
            <a:r>
              <a:rPr lang="vi-VN" dirty="0"/>
              <a:t>https://konghq.com/blog/learning-center/kubernetes-architecture</a:t>
            </a:r>
          </a:p>
        </p:txBody>
      </p:sp>
      <p:sp>
        <p:nvSpPr>
          <p:cNvPr id="4" name="Slide Number Placeholder 3">
            <a:extLst>
              <a:ext uri="{FF2B5EF4-FFF2-40B4-BE49-F238E27FC236}">
                <a16:creationId xmlns:a16="http://schemas.microsoft.com/office/drawing/2014/main" id="{7C4C4443-7B84-4DD3-D024-01B26E55FA2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56059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91B0-A494-4873-991F-DDB0179F6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CF70C-EFE1-B6A5-C38C-74A4040F0C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E022DC-C504-8279-BDDC-CC81E03A00C3}"/>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28BD3B6F-C226-6A32-E33D-CF1F37616DD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10492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A0FA-90B4-2B74-40D7-FE15D880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A9684-7E31-DC6E-3346-E855A25A04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DEB37B-9F66-C041-DDB1-649E78D59312}"/>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CF95C07-E715-4FD0-770E-80D2234395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D4A0591-6FA2-4F3B-ACDB-A00EDD43E2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0719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EE285-0302-4D27-8979-9DA2B1EEED87}" type="slidenum">
              <a:rPr lang="en-US" smtClean="0"/>
              <a:t>103</a:t>
            </a:fld>
            <a:endParaRPr lang="en-US"/>
          </a:p>
        </p:txBody>
      </p:sp>
    </p:spTree>
    <p:extLst>
      <p:ext uri="{BB962C8B-B14F-4D97-AF65-F5344CB8AC3E}">
        <p14:creationId xmlns:p14="http://schemas.microsoft.com/office/powerpoint/2010/main" val="1680613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port Name">
    <p:spTree>
      <p:nvGrpSpPr>
        <p:cNvPr id="1" name=""/>
        <p:cNvGrpSpPr/>
        <p:nvPr/>
      </p:nvGrpSpPr>
      <p:grpSpPr>
        <a:xfrm>
          <a:off x="0" y="0"/>
          <a:ext cx="0" cy="0"/>
          <a:chOff x="0" y="0"/>
          <a:chExt cx="0" cy="0"/>
        </a:xfrm>
      </p:grpSpPr>
      <p:sp>
        <p:nvSpPr>
          <p:cNvPr id="4" name="Text Placeholder 46">
            <a:extLst>
              <a:ext uri="{FF2B5EF4-FFF2-40B4-BE49-F238E27FC236}">
                <a16:creationId xmlns:a16="http://schemas.microsoft.com/office/drawing/2014/main" id="{E66B769C-7A25-307F-5025-1617EF2C78E7}"/>
              </a:ext>
            </a:extLst>
          </p:cNvPr>
          <p:cNvSpPr>
            <a:spLocks noGrp="1"/>
          </p:cNvSpPr>
          <p:nvPr>
            <p:ph type="body" sz="quarter" idx="28" hasCustomPrompt="1"/>
          </p:nvPr>
        </p:nvSpPr>
        <p:spPr>
          <a:xfrm>
            <a:off x="2625968" y="2287099"/>
            <a:ext cx="6940064" cy="1285875"/>
          </a:xfrm>
          <a:prstGeom prst="rect">
            <a:avLst/>
          </a:prstGeom>
        </p:spPr>
        <p:txBody>
          <a:bodyPr anchor="ctr"/>
          <a:lstStyle>
            <a:lvl1pPr marL="0" indent="0" algn="ctr">
              <a:buNone/>
              <a:defRPr lang="en-US" altLang="en-US" sz="3600" b="1" i="0" kern="1200" dirty="0" smtClean="0">
                <a:solidFill>
                  <a:schemeClr val="accent1">
                    <a:lumMod val="50000"/>
                  </a:schemeClr>
                </a:solidFill>
                <a:latin typeface="Segoe UI" panose="020B0502040204020203" pitchFamily="34" charset="0"/>
                <a:ea typeface="+mn-ea"/>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ADD YOUR TEXT HERE/REPORT NAME</a:t>
            </a:r>
          </a:p>
        </p:txBody>
      </p:sp>
      <p:sp>
        <p:nvSpPr>
          <p:cNvPr id="2" name="Text Placeholder 46">
            <a:extLst>
              <a:ext uri="{FF2B5EF4-FFF2-40B4-BE49-F238E27FC236}">
                <a16:creationId xmlns:a16="http://schemas.microsoft.com/office/drawing/2014/main" id="{7FF5C6C2-F65F-6C0E-4721-092243BD2C15}"/>
              </a:ext>
            </a:extLst>
          </p:cNvPr>
          <p:cNvSpPr>
            <a:spLocks noGrp="1"/>
          </p:cNvSpPr>
          <p:nvPr>
            <p:ph type="body" sz="quarter" idx="29" hasCustomPrompt="1"/>
          </p:nvPr>
        </p:nvSpPr>
        <p:spPr>
          <a:xfrm>
            <a:off x="2625968" y="3576270"/>
            <a:ext cx="6940064" cy="951768"/>
          </a:xfrm>
          <a:prstGeom prst="rect">
            <a:avLst/>
          </a:prstGeom>
        </p:spPr>
        <p:txBody>
          <a:bodyPr anchor="ctr"/>
          <a:lstStyle>
            <a:lvl1pPr marL="0" indent="0" algn="ctr">
              <a:lnSpc>
                <a:spcPct val="100000"/>
              </a:lnSpc>
              <a:spcBef>
                <a:spcPts val="0"/>
              </a:spcBef>
              <a:buNone/>
              <a:defRPr sz="2800" b="0" i="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r>
              <a:rPr lang="en-US" altLang="en-US">
                <a:latin typeface="Segoe UI" panose="020B0502040204020203" pitchFamily="34" charset="0"/>
                <a:cs typeface="Segoe UI" panose="020B0502040204020203" pitchFamily="34" charset="0"/>
              </a:rPr>
              <a:t>Prepared by_____________</a:t>
            </a:r>
          </a:p>
          <a:p>
            <a:r>
              <a:rPr lang="en-US" altLang="en-US">
                <a:latin typeface="Segoe UI"/>
                <a:cs typeface="Segoe UI"/>
              </a:rPr>
              <a:t>DD/MMM/YYYY</a:t>
            </a:r>
            <a:endParaRPr lang="en-US" altLang="en-US">
              <a:latin typeface="Segoe UI" panose="020B0502040204020203" pitchFamily="34" charset="0"/>
              <a:cs typeface="Segoe UI" panose="020B0502040204020203" pitchFamily="34" charset="0"/>
            </a:endParaRPr>
          </a:p>
        </p:txBody>
      </p:sp>
      <p:sp>
        <p:nvSpPr>
          <p:cNvPr id="3" name="Rectangle 2">
            <a:hlinkClick r:id="rId2" action="ppaction://hlinksldjump"/>
            <a:extLst>
              <a:ext uri="{FF2B5EF4-FFF2-40B4-BE49-F238E27FC236}">
                <a16:creationId xmlns:a16="http://schemas.microsoft.com/office/drawing/2014/main" id="{C37DC0C6-58F5-BF96-53CD-DE9B98B181DC}"/>
              </a:ext>
            </a:extLst>
          </p:cNvPr>
          <p:cNvSpPr/>
          <p:nvPr userDrawn="1"/>
        </p:nvSpPr>
        <p:spPr>
          <a:xfrm>
            <a:off x="11509131" y="6620608"/>
            <a:ext cx="651569" cy="1670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474976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ject Summary VER2">
    <p:spTree>
      <p:nvGrpSpPr>
        <p:cNvPr id="1" name=""/>
        <p:cNvGrpSpPr/>
        <p:nvPr/>
      </p:nvGrpSpPr>
      <p:grpSpPr>
        <a:xfrm>
          <a:off x="0" y="0"/>
          <a:ext cx="0" cy="0"/>
          <a:chOff x="0" y="0"/>
          <a:chExt cx="0" cy="0"/>
        </a:xfrm>
      </p:grpSpPr>
      <p:sp>
        <p:nvSpPr>
          <p:cNvPr id="14" name="Text Placeholder 46">
            <a:extLst>
              <a:ext uri="{FF2B5EF4-FFF2-40B4-BE49-F238E27FC236}">
                <a16:creationId xmlns:a16="http://schemas.microsoft.com/office/drawing/2014/main" id="{A0781EB0-CB5C-C39D-7B2B-BF7071EAEA60}"/>
              </a:ext>
            </a:extLst>
          </p:cNvPr>
          <p:cNvSpPr>
            <a:spLocks noGrp="1"/>
          </p:cNvSpPr>
          <p:nvPr>
            <p:ph type="body" sz="quarter" idx="36"/>
          </p:nvPr>
        </p:nvSpPr>
        <p:spPr>
          <a:xfrm>
            <a:off x="1793660" y="2066394"/>
            <a:ext cx="4135002" cy="377920"/>
          </a:xfrm>
          <a:prstGeom prst="rect">
            <a:avLst/>
          </a:prstGeom>
          <a:solidFill>
            <a:schemeClr val="bg1">
              <a:lumMod val="95000"/>
            </a:schemeClr>
          </a:solidFill>
          <a:ln w="12700">
            <a:solidFill>
              <a:schemeClr val="bg1">
                <a:lumMod val="95000"/>
              </a:schemeClr>
            </a:solidFill>
          </a:ln>
        </p:spPr>
        <p:txBody>
          <a:bodyPr anchor="ctr"/>
          <a:lstStyle>
            <a:lvl1pPr marL="0" indent="0">
              <a:lnSpc>
                <a:spcPct val="100000"/>
              </a:lnSpc>
              <a:spcBef>
                <a:spcPts val="0"/>
              </a:spcBef>
              <a:buNone/>
              <a:defRPr sz="900" b="0">
                <a:solidFill>
                  <a:schemeClr val="tx1"/>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vi-VN"/>
          </a:p>
        </p:txBody>
      </p:sp>
      <p:sp>
        <p:nvSpPr>
          <p:cNvPr id="7" name="Rectangle 3">
            <a:extLst>
              <a:ext uri="{FF2B5EF4-FFF2-40B4-BE49-F238E27FC236}">
                <a16:creationId xmlns:a16="http://schemas.microsoft.com/office/drawing/2014/main" id="{22B5DC60-9119-6367-46EA-6BC8F9023641}"/>
              </a:ext>
            </a:extLst>
          </p:cNvPr>
          <p:cNvSpPr>
            <a:spLocks noChangeArrowheads="1"/>
          </p:cNvSpPr>
          <p:nvPr userDrawn="1"/>
        </p:nvSpPr>
        <p:spPr bwMode="auto">
          <a:xfrm>
            <a:off x="1800226" y="662578"/>
            <a:ext cx="1459916" cy="338554"/>
          </a:xfrm>
          <a:prstGeom prst="rect">
            <a:avLst/>
          </a:prstGeom>
          <a:solidFill>
            <a:schemeClr val="bg1"/>
          </a:solidFill>
          <a:ln>
            <a:noFill/>
          </a:ln>
        </p:spPr>
        <p:txBody>
          <a:bodyPr wrap="square" lIns="91440" tIns="45720" rIns="91440" bIns="45720" anchor="ctr">
            <a:spAutoFit/>
          </a:bodyPr>
          <a:lstStyle>
            <a:lvl1pPr eaLnBrk="0" hangingPunct="0">
              <a:defRPr kumimoji="1" sz="4800" b="1">
                <a:solidFill>
                  <a:schemeClr val="tx1"/>
                </a:solidFill>
                <a:latin typeface="Arial" charset="0"/>
                <a:ea typeface="ＭＳ Ｐゴシック" pitchFamily="34" charset="-128"/>
              </a:defRPr>
            </a:lvl1pPr>
            <a:lvl2pPr marL="742950" indent="-285750" eaLnBrk="0" hangingPunct="0">
              <a:defRPr kumimoji="1" sz="4800" b="1">
                <a:solidFill>
                  <a:schemeClr val="tx1"/>
                </a:solidFill>
                <a:latin typeface="Arial" charset="0"/>
                <a:ea typeface="ＭＳ Ｐゴシック" pitchFamily="34" charset="-128"/>
              </a:defRPr>
            </a:lvl2pPr>
            <a:lvl3pPr marL="1143000" indent="-228600" eaLnBrk="0" hangingPunct="0">
              <a:defRPr kumimoji="1" sz="4800" b="1">
                <a:solidFill>
                  <a:schemeClr val="tx1"/>
                </a:solidFill>
                <a:latin typeface="Arial" charset="0"/>
                <a:ea typeface="ＭＳ Ｐゴシック" pitchFamily="34" charset="-128"/>
              </a:defRPr>
            </a:lvl3pPr>
            <a:lvl4pPr marL="1600200" indent="-228600" eaLnBrk="0" hangingPunct="0">
              <a:defRPr kumimoji="1" sz="4800" b="1">
                <a:solidFill>
                  <a:schemeClr val="tx1"/>
                </a:solidFill>
                <a:latin typeface="Arial" charset="0"/>
                <a:ea typeface="ＭＳ Ｐゴシック" pitchFamily="34" charset="-128"/>
              </a:defRPr>
            </a:lvl4pPr>
            <a:lvl5pPr marL="2057400" indent="-228600" eaLnBrk="0" hangingPunct="0">
              <a:defRPr kumimoji="1" sz="48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9pPr>
          </a:lstStyle>
          <a:p>
            <a:r>
              <a:rPr lang="en-US" sz="1600" b="1">
                <a:solidFill>
                  <a:schemeClr val="accent1">
                    <a:lumMod val="50000"/>
                  </a:schemeClr>
                </a:solidFill>
                <a:latin typeface="Segoe UI" panose="020B0502040204020203" pitchFamily="34" charset="0"/>
                <a:ea typeface="ＭＳ Ｐゴシック"/>
                <a:cs typeface="Segoe UI" panose="020B0502040204020203" pitchFamily="34" charset="0"/>
              </a:rPr>
              <a:t>Report Date:</a:t>
            </a:r>
          </a:p>
        </p:txBody>
      </p:sp>
      <p:sp>
        <p:nvSpPr>
          <p:cNvPr id="8" name="Rectangle 3">
            <a:extLst>
              <a:ext uri="{FF2B5EF4-FFF2-40B4-BE49-F238E27FC236}">
                <a16:creationId xmlns:a16="http://schemas.microsoft.com/office/drawing/2014/main" id="{1E39BD93-CED8-E9BE-D8A8-E4FAE0858D1E}"/>
              </a:ext>
            </a:extLst>
          </p:cNvPr>
          <p:cNvSpPr>
            <a:spLocks noChangeArrowheads="1"/>
          </p:cNvSpPr>
          <p:nvPr userDrawn="1"/>
        </p:nvSpPr>
        <p:spPr bwMode="auto">
          <a:xfrm>
            <a:off x="6326572" y="159934"/>
            <a:ext cx="1892458" cy="830997"/>
          </a:xfrm>
          <a:prstGeom prst="rect">
            <a:avLst/>
          </a:prstGeom>
          <a:solidFill>
            <a:schemeClr val="bg1"/>
          </a:solidFill>
          <a:ln>
            <a:noFill/>
          </a:ln>
        </p:spPr>
        <p:txBody>
          <a:bodyPr wrap="square" lIns="91440" tIns="45720" rIns="91440" bIns="45720" anchor="t">
            <a:spAutoFit/>
          </a:bodyPr>
          <a:lstStyle>
            <a:lvl1pPr eaLnBrk="0" hangingPunct="0">
              <a:defRPr kumimoji="1" sz="4800" b="1">
                <a:solidFill>
                  <a:schemeClr val="tx1"/>
                </a:solidFill>
                <a:latin typeface="Arial" charset="0"/>
                <a:ea typeface="ＭＳ Ｐゴシック" pitchFamily="34" charset="-128"/>
              </a:defRPr>
            </a:lvl1pPr>
            <a:lvl2pPr marL="742950" indent="-285750" eaLnBrk="0" hangingPunct="0">
              <a:defRPr kumimoji="1" sz="4800" b="1">
                <a:solidFill>
                  <a:schemeClr val="tx1"/>
                </a:solidFill>
                <a:latin typeface="Arial" charset="0"/>
                <a:ea typeface="ＭＳ Ｐゴシック" pitchFamily="34" charset="-128"/>
              </a:defRPr>
            </a:lvl2pPr>
            <a:lvl3pPr marL="1143000" indent="-228600" eaLnBrk="0" hangingPunct="0">
              <a:defRPr kumimoji="1" sz="4800" b="1">
                <a:solidFill>
                  <a:schemeClr val="tx1"/>
                </a:solidFill>
                <a:latin typeface="Arial" charset="0"/>
                <a:ea typeface="ＭＳ Ｐゴシック" pitchFamily="34" charset="-128"/>
              </a:defRPr>
            </a:lvl3pPr>
            <a:lvl4pPr marL="1600200" indent="-228600" eaLnBrk="0" hangingPunct="0">
              <a:defRPr kumimoji="1" sz="4800" b="1">
                <a:solidFill>
                  <a:schemeClr val="tx1"/>
                </a:solidFill>
                <a:latin typeface="Arial" charset="0"/>
                <a:ea typeface="ＭＳ Ｐゴシック" pitchFamily="34" charset="-128"/>
              </a:defRPr>
            </a:lvl4pPr>
            <a:lvl5pPr marL="2057400" indent="-228600" eaLnBrk="0" hangingPunct="0">
              <a:defRPr kumimoji="1" sz="48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9pPr>
          </a:lstStyle>
          <a:p>
            <a:r>
              <a:rPr lang="en-US" sz="1600">
                <a:solidFill>
                  <a:schemeClr val="accent1">
                    <a:lumMod val="50000"/>
                  </a:schemeClr>
                </a:solidFill>
                <a:latin typeface="Segoe UI" panose="020B0502040204020203" pitchFamily="34" charset="0"/>
                <a:ea typeface="ＭＳ Ｐゴシック"/>
                <a:cs typeface="Segoe UI" panose="020B0502040204020203" pitchFamily="34" charset="0"/>
              </a:rPr>
              <a:t>Project Owner:</a:t>
            </a:r>
            <a:endParaRPr lang="en-US" sz="1600" b="0">
              <a:solidFill>
                <a:schemeClr val="accent1">
                  <a:lumMod val="50000"/>
                </a:schemeClr>
              </a:solidFill>
              <a:latin typeface="Segoe UI" panose="020B0502040204020203" pitchFamily="34" charset="0"/>
              <a:ea typeface="ＭＳ Ｐゴシック"/>
              <a:cs typeface="Segoe UI" panose="020B0502040204020203" pitchFamily="34" charset="0"/>
            </a:endParaRPr>
          </a:p>
          <a:p>
            <a:endParaRPr lang="en-US" sz="1600" b="0">
              <a:solidFill>
                <a:schemeClr val="accent1">
                  <a:lumMod val="50000"/>
                </a:schemeClr>
              </a:solidFill>
              <a:latin typeface="Segoe UI" panose="020B0502040204020203" pitchFamily="34" charset="0"/>
              <a:ea typeface="ＭＳ Ｐゴシック"/>
              <a:cs typeface="Segoe UI" panose="020B0502040204020203" pitchFamily="34" charset="0"/>
            </a:endParaRPr>
          </a:p>
          <a:p>
            <a:r>
              <a:rPr lang="en-US" sz="1600">
                <a:solidFill>
                  <a:schemeClr val="accent1">
                    <a:lumMod val="50000"/>
                  </a:schemeClr>
                </a:solidFill>
                <a:latin typeface="Segoe UI" panose="020B0502040204020203" pitchFamily="34" charset="0"/>
                <a:ea typeface="ＭＳ Ｐゴシック"/>
                <a:cs typeface="Segoe UI" panose="020B0502040204020203" pitchFamily="34" charset="0"/>
              </a:rPr>
              <a:t>Target Customer:</a:t>
            </a:r>
          </a:p>
        </p:txBody>
      </p:sp>
      <p:cxnSp>
        <p:nvCxnSpPr>
          <p:cNvPr id="9" name="Straight Connector 8">
            <a:extLst>
              <a:ext uri="{FF2B5EF4-FFF2-40B4-BE49-F238E27FC236}">
                <a16:creationId xmlns:a16="http://schemas.microsoft.com/office/drawing/2014/main" id="{6ABCFD3D-8590-7881-0800-30AFA76A5D01}"/>
              </a:ext>
            </a:extLst>
          </p:cNvPr>
          <p:cNvCxnSpPr/>
          <p:nvPr userDrawn="1"/>
        </p:nvCxnSpPr>
        <p:spPr>
          <a:xfrm>
            <a:off x="6327244" y="202555"/>
            <a:ext cx="0" cy="762000"/>
          </a:xfrm>
          <a:prstGeom prst="line">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AA8BEC2-9DF9-EB29-064B-A56AEB48A3C2}"/>
              </a:ext>
            </a:extLst>
          </p:cNvPr>
          <p:cNvSpPr txBox="1"/>
          <p:nvPr userDrawn="1"/>
        </p:nvSpPr>
        <p:spPr>
          <a:xfrm>
            <a:off x="10465" y="1118387"/>
            <a:ext cx="6387119" cy="338554"/>
          </a:xfrm>
          <a:prstGeom prst="rect">
            <a:avLst/>
          </a:prstGeom>
          <a:noFill/>
        </p:spPr>
        <p:txBody>
          <a:bodyPr wrap="square">
            <a:spAutoFit/>
          </a:bodyPr>
          <a:lstStyle/>
          <a:p>
            <a:r>
              <a:rPr lang="en-US" sz="1600" b="1">
                <a:solidFill>
                  <a:schemeClr val="accent5">
                    <a:lumMod val="50000"/>
                  </a:schemeClr>
                </a:solidFill>
                <a:latin typeface="Segoe UI" panose="020B0502040204020203" pitchFamily="34" charset="0"/>
                <a:ea typeface="ＭＳ Ｐゴシック"/>
                <a:cs typeface="Segoe UI" panose="020B0502040204020203" pitchFamily="34" charset="0"/>
              </a:rPr>
              <a:t>PROJECT MILESTONES</a:t>
            </a:r>
          </a:p>
        </p:txBody>
      </p:sp>
      <p:sp>
        <p:nvSpPr>
          <p:cNvPr id="16" name="Rectangle 15">
            <a:extLst>
              <a:ext uri="{FF2B5EF4-FFF2-40B4-BE49-F238E27FC236}">
                <a16:creationId xmlns:a16="http://schemas.microsoft.com/office/drawing/2014/main" id="{E734A005-D471-A717-A01E-CD6B6BC4A87E}"/>
              </a:ext>
            </a:extLst>
          </p:cNvPr>
          <p:cNvSpPr/>
          <p:nvPr userDrawn="1"/>
        </p:nvSpPr>
        <p:spPr>
          <a:xfrm>
            <a:off x="454781" y="1449126"/>
            <a:ext cx="1459916" cy="221864"/>
          </a:xfrm>
          <a:prstGeom prst="rect">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Segoe UI" panose="020B0502040204020203" pitchFamily="34" charset="0"/>
                <a:cs typeface="Segoe UI" panose="020B0502040204020203" pitchFamily="34" charset="0"/>
              </a:rPr>
              <a:t>ON TRACK</a:t>
            </a:r>
            <a:endParaRPr lang="vi-VN" sz="1600">
              <a:solidFill>
                <a:schemeClr val="tx1"/>
              </a:solidFill>
              <a:latin typeface="Segoe UI" panose="020B0502040204020203" pitchFamily="34" charset="0"/>
              <a:cs typeface="Segoe UI" panose="020B0502040204020203" pitchFamily="34" charset="0"/>
            </a:endParaRPr>
          </a:p>
        </p:txBody>
      </p:sp>
      <p:sp>
        <p:nvSpPr>
          <p:cNvPr id="17" name="Rectangle 16">
            <a:extLst>
              <a:ext uri="{FF2B5EF4-FFF2-40B4-BE49-F238E27FC236}">
                <a16:creationId xmlns:a16="http://schemas.microsoft.com/office/drawing/2014/main" id="{66754257-731E-C925-576F-0DAFF4DD300D}"/>
              </a:ext>
            </a:extLst>
          </p:cNvPr>
          <p:cNvSpPr/>
          <p:nvPr userDrawn="1"/>
        </p:nvSpPr>
        <p:spPr>
          <a:xfrm>
            <a:off x="1914697" y="1449126"/>
            <a:ext cx="1459916" cy="221864"/>
          </a:xfrm>
          <a:prstGeom prst="rect">
            <a:avLst/>
          </a:prstGeom>
          <a:gradFill flip="none" rotWithShape="1">
            <a:gsLst>
              <a:gs pos="0">
                <a:schemeClr val="accent4">
                  <a:lumMod val="40000"/>
                  <a:lumOff val="60000"/>
                  <a:shade val="30000"/>
                  <a:satMod val="115000"/>
                </a:schemeClr>
              </a:gs>
              <a:gs pos="50000">
                <a:schemeClr val="accent4">
                  <a:lumMod val="40000"/>
                  <a:lumOff val="60000"/>
                  <a:shade val="67500"/>
                  <a:satMod val="115000"/>
                </a:schemeClr>
              </a:gs>
              <a:gs pos="100000">
                <a:schemeClr val="accent4">
                  <a:lumMod val="40000"/>
                  <a:lumOff val="60000"/>
                  <a:shade val="100000"/>
                  <a:satMod val="115000"/>
                </a:scheme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Segoe UI" panose="020B0502040204020203" pitchFamily="34" charset="0"/>
                <a:cs typeface="Segoe UI" panose="020B0502040204020203" pitchFamily="34" charset="0"/>
              </a:rPr>
              <a:t>OFF TRACK</a:t>
            </a:r>
            <a:endParaRPr lang="vi-VN" sz="1600">
              <a:solidFill>
                <a:schemeClr val="tx1"/>
              </a:solidFill>
              <a:latin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87A407FA-598D-4FE7-EB87-8492304462BE}"/>
              </a:ext>
            </a:extLst>
          </p:cNvPr>
          <p:cNvSpPr/>
          <p:nvPr userDrawn="1"/>
        </p:nvSpPr>
        <p:spPr>
          <a:xfrm>
            <a:off x="3374613" y="1449126"/>
            <a:ext cx="1459916" cy="2218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Segoe UI" panose="020B0502040204020203" pitchFamily="34" charset="0"/>
                <a:cs typeface="Segoe UI" panose="020B0502040204020203" pitchFamily="34" charset="0"/>
              </a:rPr>
              <a:t>AT RISK</a:t>
            </a:r>
            <a:endParaRPr lang="vi-VN" sz="1600">
              <a:solidFill>
                <a:schemeClr val="tx1"/>
              </a:solidFill>
              <a:latin typeface="Segoe UI" panose="020B0502040204020203" pitchFamily="34" charset="0"/>
              <a:cs typeface="Segoe UI" panose="020B0502040204020203" pitchFamily="34" charset="0"/>
            </a:endParaRPr>
          </a:p>
        </p:txBody>
      </p:sp>
      <p:sp>
        <p:nvSpPr>
          <p:cNvPr id="19" name="Rectangle 18">
            <a:extLst>
              <a:ext uri="{FF2B5EF4-FFF2-40B4-BE49-F238E27FC236}">
                <a16:creationId xmlns:a16="http://schemas.microsoft.com/office/drawing/2014/main" id="{2122165E-C09A-396C-2AED-B25306A21D3E}"/>
              </a:ext>
            </a:extLst>
          </p:cNvPr>
          <p:cNvSpPr/>
          <p:nvPr userDrawn="1"/>
        </p:nvSpPr>
        <p:spPr>
          <a:xfrm>
            <a:off x="4839963" y="1449126"/>
            <a:ext cx="1459916" cy="221864"/>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chemeClr val="tx1"/>
                </a:solidFill>
                <a:latin typeface="Segoe UI" panose="020B0502040204020203" pitchFamily="34" charset="0"/>
                <a:cs typeface="Segoe UI" panose="020B0502040204020203" pitchFamily="34" charset="0"/>
              </a:rPr>
              <a:t>DONE</a:t>
            </a:r>
            <a:endParaRPr lang="vi-VN" sz="1600">
              <a:solidFill>
                <a:schemeClr val="tx1"/>
              </a:solidFill>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00AD29E1-6EAD-3040-80E0-638BECFD2FD5}"/>
              </a:ext>
            </a:extLst>
          </p:cNvPr>
          <p:cNvSpPr txBox="1"/>
          <p:nvPr userDrawn="1"/>
        </p:nvSpPr>
        <p:spPr>
          <a:xfrm>
            <a:off x="6322706" y="1118387"/>
            <a:ext cx="5790166" cy="338554"/>
          </a:xfrm>
          <a:prstGeom prst="rect">
            <a:avLst/>
          </a:prstGeom>
          <a:noFill/>
        </p:spPr>
        <p:txBody>
          <a:bodyPr wrap="square" lIns="91440" tIns="45720" rIns="91440" bIns="45720" anchor="t">
            <a:spAutoFit/>
          </a:bodyPr>
          <a:lstStyle/>
          <a:p>
            <a:r>
              <a:rPr lang="vi-VN" sz="1600" b="1">
                <a:solidFill>
                  <a:schemeClr val="accent5">
                    <a:lumMod val="50000"/>
                  </a:schemeClr>
                </a:solidFill>
                <a:effectLst/>
                <a:latin typeface="Segoe UI" panose="020B0502040204020203" pitchFamily="34" charset="0"/>
                <a:cs typeface="Segoe UI" panose="020B0502040204020203" pitchFamily="34" charset="0"/>
              </a:rPr>
              <a:t>EXECUTIVE OVERVIEW FOR NOTABLE MILESTONES</a:t>
            </a:r>
          </a:p>
        </p:txBody>
      </p:sp>
      <p:sp>
        <p:nvSpPr>
          <p:cNvPr id="22" name="TextBox 21">
            <a:extLst>
              <a:ext uri="{FF2B5EF4-FFF2-40B4-BE49-F238E27FC236}">
                <a16:creationId xmlns:a16="http://schemas.microsoft.com/office/drawing/2014/main" id="{FD1CC0D2-23B3-9140-8A65-4B86C0CB5001}"/>
              </a:ext>
            </a:extLst>
          </p:cNvPr>
          <p:cNvSpPr txBox="1"/>
          <p:nvPr userDrawn="1"/>
        </p:nvSpPr>
        <p:spPr>
          <a:xfrm>
            <a:off x="6333172" y="4108082"/>
            <a:ext cx="5312975" cy="338554"/>
          </a:xfrm>
          <a:prstGeom prst="rect">
            <a:avLst/>
          </a:prstGeom>
          <a:noFill/>
        </p:spPr>
        <p:txBody>
          <a:bodyPr wrap="square" lIns="91440" tIns="45720" rIns="91440" bIns="45720" anchor="t">
            <a:spAutoFit/>
          </a:bodyPr>
          <a:lstStyle/>
          <a:p>
            <a:r>
              <a:rPr lang="vi-VN" sz="1600" b="1">
                <a:solidFill>
                  <a:schemeClr val="accent5">
                    <a:lumMod val="50000"/>
                  </a:schemeClr>
                </a:solidFill>
                <a:effectLst/>
                <a:latin typeface="Segoe UI" panose="020B0502040204020203" pitchFamily="34" charset="0"/>
                <a:cs typeface="Segoe UI" panose="020B0502040204020203" pitchFamily="34" charset="0"/>
              </a:rPr>
              <a:t>UP COMMING TASKS</a:t>
            </a:r>
          </a:p>
        </p:txBody>
      </p:sp>
      <p:sp>
        <p:nvSpPr>
          <p:cNvPr id="24" name="TextBox 23">
            <a:extLst>
              <a:ext uri="{FF2B5EF4-FFF2-40B4-BE49-F238E27FC236}">
                <a16:creationId xmlns:a16="http://schemas.microsoft.com/office/drawing/2014/main" id="{876E8694-9F26-DC63-EA33-D8D315907389}"/>
              </a:ext>
            </a:extLst>
          </p:cNvPr>
          <p:cNvSpPr txBox="1"/>
          <p:nvPr userDrawn="1"/>
        </p:nvSpPr>
        <p:spPr>
          <a:xfrm>
            <a:off x="6333170" y="2681052"/>
            <a:ext cx="5779702" cy="338554"/>
          </a:xfrm>
          <a:prstGeom prst="rect">
            <a:avLst/>
          </a:prstGeom>
          <a:noFill/>
        </p:spPr>
        <p:txBody>
          <a:bodyPr wrap="square" lIns="91440" tIns="45720" rIns="91440" bIns="45720" anchor="t">
            <a:spAutoFit/>
          </a:bodyPr>
          <a:lstStyle/>
          <a:p>
            <a:r>
              <a:rPr lang="vi-VN" sz="1600" b="1">
                <a:solidFill>
                  <a:schemeClr val="accent5">
                    <a:lumMod val="50000"/>
                  </a:schemeClr>
                </a:solidFill>
                <a:effectLst/>
                <a:latin typeface="Segoe UI" panose="020B0502040204020203" pitchFamily="34" charset="0"/>
                <a:cs typeface="Segoe UI" panose="020B0502040204020203" pitchFamily="34" charset="0"/>
              </a:rPr>
              <a:t>TARGET COMPLETION DATE</a:t>
            </a:r>
          </a:p>
        </p:txBody>
      </p:sp>
      <p:cxnSp>
        <p:nvCxnSpPr>
          <p:cNvPr id="37" name="Straight Arrow Connector 36">
            <a:extLst>
              <a:ext uri="{FF2B5EF4-FFF2-40B4-BE49-F238E27FC236}">
                <a16:creationId xmlns:a16="http://schemas.microsoft.com/office/drawing/2014/main" id="{217369BA-1BD6-4A04-3ED9-CBF3586C6CD2}"/>
              </a:ext>
            </a:extLst>
          </p:cNvPr>
          <p:cNvCxnSpPr>
            <a:cxnSpLocks/>
          </p:cNvCxnSpPr>
          <p:nvPr userDrawn="1"/>
        </p:nvCxnSpPr>
        <p:spPr>
          <a:xfrm>
            <a:off x="457433" y="1809778"/>
            <a:ext cx="0" cy="4435821"/>
          </a:xfrm>
          <a:prstGeom prst="straightConnector1">
            <a:avLst/>
          </a:prstGeom>
          <a:ln w="19050">
            <a:solidFill>
              <a:schemeClr val="accent5">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4E09EF4-5489-DDBA-8F25-9632FCB4582E}"/>
              </a:ext>
            </a:extLst>
          </p:cNvPr>
          <p:cNvSpPr/>
          <p:nvPr userDrawn="1"/>
        </p:nvSpPr>
        <p:spPr>
          <a:xfrm>
            <a:off x="915307" y="1785924"/>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F99D646E-01D8-D05F-7D31-8B1F11BFB92B}"/>
              </a:ext>
            </a:extLst>
          </p:cNvPr>
          <p:cNvSpPr/>
          <p:nvPr userDrawn="1"/>
        </p:nvSpPr>
        <p:spPr>
          <a:xfrm>
            <a:off x="915307" y="2539691"/>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49AB2332-662A-0BE3-7E1F-D6601AB09CD5}"/>
              </a:ext>
            </a:extLst>
          </p:cNvPr>
          <p:cNvSpPr/>
          <p:nvPr userDrawn="1"/>
        </p:nvSpPr>
        <p:spPr>
          <a:xfrm>
            <a:off x="915307" y="3293458"/>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33" name="Rectangle 32">
            <a:extLst>
              <a:ext uri="{FF2B5EF4-FFF2-40B4-BE49-F238E27FC236}">
                <a16:creationId xmlns:a16="http://schemas.microsoft.com/office/drawing/2014/main" id="{781A2F84-AAC7-A3F6-A6C0-94AEBC407F5C}"/>
              </a:ext>
            </a:extLst>
          </p:cNvPr>
          <p:cNvSpPr/>
          <p:nvPr userDrawn="1"/>
        </p:nvSpPr>
        <p:spPr>
          <a:xfrm>
            <a:off x="915307" y="4047225"/>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35" name="Rectangle 34">
            <a:extLst>
              <a:ext uri="{FF2B5EF4-FFF2-40B4-BE49-F238E27FC236}">
                <a16:creationId xmlns:a16="http://schemas.microsoft.com/office/drawing/2014/main" id="{BA4A2132-DC48-FD7E-3800-44045B3D963F}"/>
              </a:ext>
            </a:extLst>
          </p:cNvPr>
          <p:cNvSpPr/>
          <p:nvPr userDrawn="1"/>
        </p:nvSpPr>
        <p:spPr>
          <a:xfrm>
            <a:off x="915307" y="4800992"/>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39" name="Rectangle 38">
            <a:extLst>
              <a:ext uri="{FF2B5EF4-FFF2-40B4-BE49-F238E27FC236}">
                <a16:creationId xmlns:a16="http://schemas.microsoft.com/office/drawing/2014/main" id="{F92ACD27-F9B1-7D44-5035-6EDF02208BDE}"/>
              </a:ext>
            </a:extLst>
          </p:cNvPr>
          <p:cNvSpPr/>
          <p:nvPr userDrawn="1"/>
        </p:nvSpPr>
        <p:spPr>
          <a:xfrm>
            <a:off x="915307" y="5554759"/>
            <a:ext cx="760494" cy="6784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1600" b="1">
              <a:solidFill>
                <a:schemeClr val="accent5">
                  <a:lumMod val="50000"/>
                </a:schemeClr>
              </a:solidFill>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61B2EE59-E214-CA5C-87DF-726C87119152}"/>
              </a:ext>
            </a:extLst>
          </p:cNvPr>
          <p:cNvSpPr txBox="1"/>
          <p:nvPr userDrawn="1"/>
        </p:nvSpPr>
        <p:spPr>
          <a:xfrm>
            <a:off x="6322705" y="3385221"/>
            <a:ext cx="5323441" cy="338554"/>
          </a:xfrm>
          <a:prstGeom prst="rect">
            <a:avLst/>
          </a:prstGeom>
          <a:noFill/>
        </p:spPr>
        <p:txBody>
          <a:bodyPr wrap="square" lIns="91440" tIns="45720" rIns="91440" bIns="45720" anchor="t">
            <a:spAutoFit/>
          </a:bodyPr>
          <a:lstStyle/>
          <a:p>
            <a:r>
              <a:rPr lang="vi-VN" sz="1600" b="1">
                <a:solidFill>
                  <a:schemeClr val="accent5">
                    <a:lumMod val="50000"/>
                  </a:schemeClr>
                </a:solidFill>
                <a:effectLst/>
                <a:latin typeface="Segoe UI" panose="020B0502040204020203" pitchFamily="34" charset="0"/>
                <a:cs typeface="Segoe UI" panose="020B0502040204020203" pitchFamily="34" charset="0"/>
              </a:rPr>
              <a:t>REVISED </a:t>
            </a:r>
            <a:r>
              <a:rPr lang="en-US" sz="1600" b="1">
                <a:solidFill>
                  <a:schemeClr val="accent5">
                    <a:lumMod val="50000"/>
                  </a:schemeClr>
                </a:solidFill>
                <a:latin typeface="Segoe UI" panose="020B0502040204020203" pitchFamily="34" charset="0"/>
                <a:ea typeface="ＭＳ Ｐゴシック"/>
                <a:cs typeface="Segoe UI" panose="020B0502040204020203" pitchFamily="34" charset="0"/>
              </a:rPr>
              <a:t>COMPLETION</a:t>
            </a:r>
            <a:r>
              <a:rPr lang="vi-VN" sz="1600" b="1">
                <a:solidFill>
                  <a:schemeClr val="accent5">
                    <a:lumMod val="50000"/>
                  </a:schemeClr>
                </a:solidFill>
                <a:effectLst/>
                <a:latin typeface="Segoe UI" panose="020B0502040204020203" pitchFamily="34" charset="0"/>
                <a:cs typeface="Segoe UI" panose="020B0502040204020203" pitchFamily="34" charset="0"/>
              </a:rPr>
              <a:t> </a:t>
            </a:r>
            <a:r>
              <a:rPr lang="en-US" sz="1600" b="1">
                <a:solidFill>
                  <a:schemeClr val="accent5">
                    <a:lumMod val="50000"/>
                  </a:schemeClr>
                </a:solidFill>
                <a:latin typeface="Segoe UI" panose="020B0502040204020203" pitchFamily="34" charset="0"/>
                <a:ea typeface="ＭＳ Ｐゴシック"/>
                <a:cs typeface="Segoe UI" panose="020B0502040204020203" pitchFamily="34" charset="0"/>
              </a:rPr>
              <a:t>DATE</a:t>
            </a:r>
            <a:endParaRPr lang="vi-VN" sz="1600" b="1">
              <a:solidFill>
                <a:schemeClr val="accent5">
                  <a:lumMod val="50000"/>
                </a:schemeClr>
              </a:solidFill>
              <a:effectLst/>
              <a:latin typeface="Segoe UI" panose="020B0502040204020203" pitchFamily="34" charset="0"/>
              <a:cs typeface="Segoe UI" panose="020B0502040204020203" pitchFamily="34" charset="0"/>
            </a:endParaRPr>
          </a:p>
        </p:txBody>
      </p:sp>
      <p:sp>
        <p:nvSpPr>
          <p:cNvPr id="47" name="Text Placeholder 46">
            <a:extLst>
              <a:ext uri="{FF2B5EF4-FFF2-40B4-BE49-F238E27FC236}">
                <a16:creationId xmlns:a16="http://schemas.microsoft.com/office/drawing/2014/main" id="{FC110D0A-9BE9-B1DD-1914-2F542E0CD647}"/>
              </a:ext>
            </a:extLst>
          </p:cNvPr>
          <p:cNvSpPr>
            <a:spLocks noGrp="1"/>
          </p:cNvSpPr>
          <p:nvPr userDrawn="1">
            <p:ph type="body" sz="quarter" idx="10"/>
          </p:nvPr>
        </p:nvSpPr>
        <p:spPr>
          <a:xfrm>
            <a:off x="6435972" y="1457325"/>
            <a:ext cx="5674291" cy="1205459"/>
          </a:xfrm>
          <a:prstGeom prst="rect">
            <a:avLst/>
          </a:prstGeom>
          <a:ln>
            <a:solidFill>
              <a:schemeClr val="bg1"/>
            </a:solidFill>
          </a:ln>
        </p:spPr>
        <p:txBody>
          <a:bodyPr/>
          <a:lstStyle>
            <a:lvl1pPr marL="0" indent="0">
              <a:lnSpc>
                <a:spcPct val="100000"/>
              </a:lnSpc>
              <a:spcBef>
                <a:spcPts val="0"/>
              </a:spcBef>
              <a:buNone/>
              <a:defRPr sz="120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endParaRPr lang="vi-VN"/>
          </a:p>
        </p:txBody>
      </p:sp>
      <p:sp>
        <p:nvSpPr>
          <p:cNvPr id="48" name="Text Placeholder 46">
            <a:extLst>
              <a:ext uri="{FF2B5EF4-FFF2-40B4-BE49-F238E27FC236}">
                <a16:creationId xmlns:a16="http://schemas.microsoft.com/office/drawing/2014/main" id="{8EDBB6CF-B713-C474-6320-A8F8E4B35DB9}"/>
              </a:ext>
            </a:extLst>
          </p:cNvPr>
          <p:cNvSpPr>
            <a:spLocks noGrp="1"/>
          </p:cNvSpPr>
          <p:nvPr userDrawn="1">
            <p:ph type="body" sz="quarter" idx="11" hasCustomPrompt="1"/>
          </p:nvPr>
        </p:nvSpPr>
        <p:spPr>
          <a:xfrm>
            <a:off x="6447084" y="3020523"/>
            <a:ext cx="2767256" cy="338505"/>
          </a:xfrm>
          <a:prstGeom prst="rect">
            <a:avLst/>
          </a:prstGeom>
          <a:ln>
            <a:solidFill>
              <a:schemeClr val="bg1"/>
            </a:solidFill>
          </a:ln>
        </p:spPr>
        <p:txBody>
          <a:bodyPr anchor="ctr"/>
          <a:lstStyle>
            <a:lvl1pPr marL="0" indent="0">
              <a:buNone/>
              <a:defRPr sz="1600" b="0">
                <a:solidFill>
                  <a:schemeClr val="accent5">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DD/MMM/YYYY</a:t>
            </a:r>
            <a:endParaRPr lang="vi-VN"/>
          </a:p>
        </p:txBody>
      </p:sp>
      <p:sp>
        <p:nvSpPr>
          <p:cNvPr id="49" name="Text Placeholder 46">
            <a:extLst>
              <a:ext uri="{FF2B5EF4-FFF2-40B4-BE49-F238E27FC236}">
                <a16:creationId xmlns:a16="http://schemas.microsoft.com/office/drawing/2014/main" id="{E3A067F7-325F-0DE3-2FF7-58AEF221525B}"/>
              </a:ext>
            </a:extLst>
          </p:cNvPr>
          <p:cNvSpPr>
            <a:spLocks noGrp="1"/>
          </p:cNvSpPr>
          <p:nvPr userDrawn="1">
            <p:ph type="body" sz="quarter" idx="12" hasCustomPrompt="1"/>
          </p:nvPr>
        </p:nvSpPr>
        <p:spPr>
          <a:xfrm>
            <a:off x="6435972" y="3744555"/>
            <a:ext cx="2778368" cy="338505"/>
          </a:xfrm>
          <a:prstGeom prst="rect">
            <a:avLst/>
          </a:prstGeom>
          <a:ln>
            <a:solidFill>
              <a:schemeClr val="bg1"/>
            </a:solidFill>
          </a:ln>
        </p:spPr>
        <p:txBody>
          <a:bodyPr anchor="ctr"/>
          <a:lstStyle>
            <a:lvl1pPr marL="0" indent="0">
              <a:buNone/>
              <a:defRPr sz="1600" b="0">
                <a:solidFill>
                  <a:srgbClr val="C00000"/>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a:t>
            </a:r>
            <a:endParaRPr lang="vi-VN"/>
          </a:p>
        </p:txBody>
      </p:sp>
      <p:sp>
        <p:nvSpPr>
          <p:cNvPr id="50" name="Text Placeholder 46">
            <a:extLst>
              <a:ext uri="{FF2B5EF4-FFF2-40B4-BE49-F238E27FC236}">
                <a16:creationId xmlns:a16="http://schemas.microsoft.com/office/drawing/2014/main" id="{349A4226-8CF2-6ACB-6590-8876B8336C0E}"/>
              </a:ext>
            </a:extLst>
          </p:cNvPr>
          <p:cNvSpPr>
            <a:spLocks noGrp="1"/>
          </p:cNvSpPr>
          <p:nvPr userDrawn="1">
            <p:ph type="body" sz="quarter" idx="13" hasCustomPrompt="1"/>
          </p:nvPr>
        </p:nvSpPr>
        <p:spPr>
          <a:xfrm>
            <a:off x="8027377" y="167777"/>
            <a:ext cx="2936632" cy="338505"/>
          </a:xfrm>
          <a:prstGeom prst="rect">
            <a:avLst/>
          </a:prstGeom>
          <a:ln>
            <a:solidFill>
              <a:schemeClr val="bg1"/>
            </a:solidFill>
          </a:ln>
        </p:spPr>
        <p:txBody>
          <a:bodyPr anchor="ctr"/>
          <a:lstStyle>
            <a:lvl1pPr marL="0" indent="0">
              <a:buNone/>
              <a:defRPr sz="1600" i="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7" name="Text Placeholder 46">
            <a:extLst>
              <a:ext uri="{FF2B5EF4-FFF2-40B4-BE49-F238E27FC236}">
                <a16:creationId xmlns:a16="http://schemas.microsoft.com/office/drawing/2014/main" id="{B8C73116-4FBD-2671-A1D6-0313B0EEABD4}"/>
              </a:ext>
            </a:extLst>
          </p:cNvPr>
          <p:cNvSpPr>
            <a:spLocks noGrp="1"/>
          </p:cNvSpPr>
          <p:nvPr>
            <p:ph type="body" sz="quarter" idx="20"/>
          </p:nvPr>
        </p:nvSpPr>
        <p:spPr>
          <a:xfrm>
            <a:off x="6447085" y="4446596"/>
            <a:ext cx="5652068" cy="1860552"/>
          </a:xfrm>
          <a:prstGeom prst="rect">
            <a:avLst/>
          </a:prstGeom>
          <a:ln>
            <a:solidFill>
              <a:schemeClr val="bg1"/>
            </a:solidFill>
          </a:ln>
        </p:spPr>
        <p:txBody>
          <a:bodyPr/>
          <a:lstStyle>
            <a:lvl1pPr marL="0" indent="0">
              <a:lnSpc>
                <a:spcPct val="100000"/>
              </a:lnSpc>
              <a:spcBef>
                <a:spcPts val="0"/>
              </a:spcBef>
              <a:buFont typeface="Arial" panose="020B0604020202020204" pitchFamily="34" charset="0"/>
              <a:buNone/>
              <a:defRPr sz="120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endParaRPr lang="vi-VN"/>
          </a:p>
        </p:txBody>
      </p:sp>
      <p:sp>
        <p:nvSpPr>
          <p:cNvPr id="58" name="Text Placeholder 46">
            <a:extLst>
              <a:ext uri="{FF2B5EF4-FFF2-40B4-BE49-F238E27FC236}">
                <a16:creationId xmlns:a16="http://schemas.microsoft.com/office/drawing/2014/main" id="{F7AA3949-E245-AA5C-BF69-D4F7815F59C3}"/>
              </a:ext>
            </a:extLst>
          </p:cNvPr>
          <p:cNvSpPr>
            <a:spLocks noGrp="1"/>
          </p:cNvSpPr>
          <p:nvPr>
            <p:ph type="body" sz="quarter" idx="21" hasCustomPrompt="1"/>
          </p:nvPr>
        </p:nvSpPr>
        <p:spPr>
          <a:xfrm>
            <a:off x="10465" y="1979809"/>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59" name="Text Placeholder 46">
            <a:extLst>
              <a:ext uri="{FF2B5EF4-FFF2-40B4-BE49-F238E27FC236}">
                <a16:creationId xmlns:a16="http://schemas.microsoft.com/office/drawing/2014/main" id="{B41DC103-DFB2-EF7D-0CFE-90A823870AD3}"/>
              </a:ext>
            </a:extLst>
          </p:cNvPr>
          <p:cNvSpPr>
            <a:spLocks noGrp="1"/>
          </p:cNvSpPr>
          <p:nvPr>
            <p:ph type="body" sz="quarter" idx="22" hasCustomPrompt="1"/>
          </p:nvPr>
        </p:nvSpPr>
        <p:spPr>
          <a:xfrm>
            <a:off x="10465" y="2754968"/>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60" name="Text Placeholder 46">
            <a:extLst>
              <a:ext uri="{FF2B5EF4-FFF2-40B4-BE49-F238E27FC236}">
                <a16:creationId xmlns:a16="http://schemas.microsoft.com/office/drawing/2014/main" id="{B8A62F60-E9DA-2772-D1D6-8435A198A7B0}"/>
              </a:ext>
            </a:extLst>
          </p:cNvPr>
          <p:cNvSpPr>
            <a:spLocks noGrp="1"/>
          </p:cNvSpPr>
          <p:nvPr>
            <p:ph type="body" sz="quarter" idx="23" hasCustomPrompt="1"/>
          </p:nvPr>
        </p:nvSpPr>
        <p:spPr>
          <a:xfrm>
            <a:off x="10465" y="3492441"/>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61" name="Text Placeholder 46">
            <a:extLst>
              <a:ext uri="{FF2B5EF4-FFF2-40B4-BE49-F238E27FC236}">
                <a16:creationId xmlns:a16="http://schemas.microsoft.com/office/drawing/2014/main" id="{9AB58B90-679D-6987-64C0-DB5DF684BD99}"/>
              </a:ext>
            </a:extLst>
          </p:cNvPr>
          <p:cNvSpPr>
            <a:spLocks noGrp="1"/>
          </p:cNvSpPr>
          <p:nvPr>
            <p:ph type="body" sz="quarter" idx="24" hasCustomPrompt="1"/>
          </p:nvPr>
        </p:nvSpPr>
        <p:spPr>
          <a:xfrm>
            <a:off x="10465" y="4244792"/>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62" name="Text Placeholder 46">
            <a:extLst>
              <a:ext uri="{FF2B5EF4-FFF2-40B4-BE49-F238E27FC236}">
                <a16:creationId xmlns:a16="http://schemas.microsoft.com/office/drawing/2014/main" id="{96CE4151-E10F-661F-8CEB-0C570CC3084C}"/>
              </a:ext>
            </a:extLst>
          </p:cNvPr>
          <p:cNvSpPr>
            <a:spLocks noGrp="1"/>
          </p:cNvSpPr>
          <p:nvPr>
            <p:ph type="body" sz="quarter" idx="25" hasCustomPrompt="1"/>
          </p:nvPr>
        </p:nvSpPr>
        <p:spPr>
          <a:xfrm>
            <a:off x="10465" y="4987661"/>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63" name="Text Placeholder 46">
            <a:extLst>
              <a:ext uri="{FF2B5EF4-FFF2-40B4-BE49-F238E27FC236}">
                <a16:creationId xmlns:a16="http://schemas.microsoft.com/office/drawing/2014/main" id="{26D768CD-C5CC-F081-A7F5-667E7CD4DF52}"/>
              </a:ext>
            </a:extLst>
          </p:cNvPr>
          <p:cNvSpPr>
            <a:spLocks noGrp="1"/>
          </p:cNvSpPr>
          <p:nvPr>
            <p:ph type="body" sz="quarter" idx="26" hasCustomPrompt="1"/>
          </p:nvPr>
        </p:nvSpPr>
        <p:spPr>
          <a:xfrm>
            <a:off x="15918" y="5721389"/>
            <a:ext cx="894936" cy="280509"/>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DD/MMM/YY</a:t>
            </a:r>
            <a:endParaRPr lang="vi-VN"/>
          </a:p>
        </p:txBody>
      </p:sp>
      <p:sp>
        <p:nvSpPr>
          <p:cNvPr id="3" name="Text Placeholder 46">
            <a:extLst>
              <a:ext uri="{FF2B5EF4-FFF2-40B4-BE49-F238E27FC236}">
                <a16:creationId xmlns:a16="http://schemas.microsoft.com/office/drawing/2014/main" id="{104302E9-01F7-9F50-25A3-DBEB470007AA}"/>
              </a:ext>
            </a:extLst>
          </p:cNvPr>
          <p:cNvSpPr>
            <a:spLocks noGrp="1"/>
          </p:cNvSpPr>
          <p:nvPr>
            <p:ph type="body" sz="quarter" idx="27" hasCustomPrompt="1"/>
          </p:nvPr>
        </p:nvSpPr>
        <p:spPr>
          <a:xfrm>
            <a:off x="8304755" y="643082"/>
            <a:ext cx="2659254" cy="338505"/>
          </a:xfrm>
          <a:prstGeom prst="rect">
            <a:avLst/>
          </a:prstGeom>
          <a:ln>
            <a:solidFill>
              <a:schemeClr val="bg1"/>
            </a:solidFill>
          </a:ln>
        </p:spPr>
        <p:txBody>
          <a:bodyPr anchor="ctr"/>
          <a:lstStyle>
            <a:lvl1pPr marL="0" indent="0">
              <a:buNone/>
              <a:defRPr sz="160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4" name="Text Placeholder 46">
            <a:extLst>
              <a:ext uri="{FF2B5EF4-FFF2-40B4-BE49-F238E27FC236}">
                <a16:creationId xmlns:a16="http://schemas.microsoft.com/office/drawing/2014/main" id="{E66B769C-7A25-307F-5025-1617EF2C78E7}"/>
              </a:ext>
            </a:extLst>
          </p:cNvPr>
          <p:cNvSpPr>
            <a:spLocks noGrp="1"/>
          </p:cNvSpPr>
          <p:nvPr>
            <p:ph type="body" sz="quarter" idx="28" hasCustomPrompt="1"/>
          </p:nvPr>
        </p:nvSpPr>
        <p:spPr>
          <a:xfrm>
            <a:off x="1800227" y="96193"/>
            <a:ext cx="4385208" cy="338505"/>
          </a:xfrm>
          <a:prstGeom prst="rect">
            <a:avLst/>
          </a:prstGeom>
          <a:ln>
            <a:solidFill>
              <a:schemeClr val="bg1"/>
            </a:solidFill>
          </a:ln>
        </p:spPr>
        <p:txBody>
          <a:bodyPr anchor="ctr"/>
          <a:lstStyle>
            <a:lvl1pPr marL="0" indent="0">
              <a:buNone/>
              <a:defRPr sz="1400" b="1" i="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ADD YOUR TEXT HERE -</a:t>
            </a:r>
            <a:r>
              <a:rPr lang="vi-VN"/>
              <a:t> </a:t>
            </a:r>
            <a:r>
              <a:rPr lang="en-US"/>
              <a:t>PROJECT NAME</a:t>
            </a:r>
            <a:endParaRPr lang="vi-VN"/>
          </a:p>
        </p:txBody>
      </p:sp>
      <p:sp>
        <p:nvSpPr>
          <p:cNvPr id="6" name="Text Placeholder 46">
            <a:extLst>
              <a:ext uri="{FF2B5EF4-FFF2-40B4-BE49-F238E27FC236}">
                <a16:creationId xmlns:a16="http://schemas.microsoft.com/office/drawing/2014/main" id="{1CABA271-373C-F124-E5BD-C23B40F55A28}"/>
              </a:ext>
            </a:extLst>
          </p:cNvPr>
          <p:cNvSpPr>
            <a:spLocks noGrp="1"/>
          </p:cNvSpPr>
          <p:nvPr>
            <p:ph type="body" sz="quarter" idx="30" hasCustomPrompt="1"/>
          </p:nvPr>
        </p:nvSpPr>
        <p:spPr>
          <a:xfrm rot="5400000">
            <a:off x="5833254" y="1981421"/>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51" name="Text Placeholder 46">
            <a:extLst>
              <a:ext uri="{FF2B5EF4-FFF2-40B4-BE49-F238E27FC236}">
                <a16:creationId xmlns:a16="http://schemas.microsoft.com/office/drawing/2014/main" id="{5EF6C799-0BFE-65F3-96D3-884F10AE1B1D}"/>
              </a:ext>
            </a:extLst>
          </p:cNvPr>
          <p:cNvSpPr>
            <a:spLocks noGrp="1"/>
          </p:cNvSpPr>
          <p:nvPr>
            <p:ph type="body" sz="quarter" idx="14" hasCustomPrompt="1"/>
          </p:nvPr>
        </p:nvSpPr>
        <p:spPr>
          <a:xfrm>
            <a:off x="1789066" y="1785924"/>
            <a:ext cx="4140000" cy="280509"/>
          </a:xfrm>
          <a:prstGeom prst="rect">
            <a:avLst/>
          </a:prstGeom>
          <a:solidFill>
            <a:srgbClr val="F2F2F2"/>
          </a:solidFill>
          <a:ln w="3175">
            <a:solidFill>
              <a:srgbClr val="F2F2F2"/>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2" name="Text Placeholder 46">
            <a:extLst>
              <a:ext uri="{FF2B5EF4-FFF2-40B4-BE49-F238E27FC236}">
                <a16:creationId xmlns:a16="http://schemas.microsoft.com/office/drawing/2014/main" id="{415D10C1-DCC3-6451-484A-44FA8CD6983B}"/>
              </a:ext>
            </a:extLst>
          </p:cNvPr>
          <p:cNvSpPr>
            <a:spLocks noGrp="1"/>
          </p:cNvSpPr>
          <p:nvPr>
            <p:ph type="body" sz="quarter" idx="15" hasCustomPrompt="1"/>
          </p:nvPr>
        </p:nvSpPr>
        <p:spPr>
          <a:xfrm>
            <a:off x="1789066" y="2539691"/>
            <a:ext cx="4140000" cy="280509"/>
          </a:xfrm>
          <a:prstGeom prst="rect">
            <a:avLst/>
          </a:prstGeom>
          <a:solidFill>
            <a:srgbClr val="F2F2F2"/>
          </a:solidFill>
          <a:ln>
            <a:solidFill>
              <a:srgbClr val="F2F2F2"/>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3" name="Text Placeholder 46">
            <a:extLst>
              <a:ext uri="{FF2B5EF4-FFF2-40B4-BE49-F238E27FC236}">
                <a16:creationId xmlns:a16="http://schemas.microsoft.com/office/drawing/2014/main" id="{3A31C893-7055-A630-397B-FA2038FFDB61}"/>
              </a:ext>
            </a:extLst>
          </p:cNvPr>
          <p:cNvSpPr>
            <a:spLocks noGrp="1"/>
          </p:cNvSpPr>
          <p:nvPr>
            <p:ph type="body" sz="quarter" idx="16" hasCustomPrompt="1"/>
          </p:nvPr>
        </p:nvSpPr>
        <p:spPr>
          <a:xfrm>
            <a:off x="1789066" y="3293458"/>
            <a:ext cx="4140000" cy="280509"/>
          </a:xfrm>
          <a:prstGeom prst="rect">
            <a:avLst/>
          </a:prstGeom>
          <a:solidFill>
            <a:srgbClr val="F2F2F2"/>
          </a:solidFill>
          <a:ln>
            <a:solidFill>
              <a:srgbClr val="F2F2F2"/>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4" name="Text Placeholder 46">
            <a:extLst>
              <a:ext uri="{FF2B5EF4-FFF2-40B4-BE49-F238E27FC236}">
                <a16:creationId xmlns:a16="http://schemas.microsoft.com/office/drawing/2014/main" id="{4559704E-28A8-4E18-0FC8-B8A9D49E1C5F}"/>
              </a:ext>
            </a:extLst>
          </p:cNvPr>
          <p:cNvSpPr>
            <a:spLocks noGrp="1"/>
          </p:cNvSpPr>
          <p:nvPr>
            <p:ph type="body" sz="quarter" idx="17" hasCustomPrompt="1"/>
          </p:nvPr>
        </p:nvSpPr>
        <p:spPr>
          <a:xfrm>
            <a:off x="1789066" y="4047225"/>
            <a:ext cx="4140000" cy="280509"/>
          </a:xfrm>
          <a:prstGeom prst="rect">
            <a:avLst/>
          </a:prstGeom>
          <a:solidFill>
            <a:srgbClr val="F2F2F2"/>
          </a:solidFill>
          <a:ln>
            <a:solidFill>
              <a:schemeClr val="bg1">
                <a:lumMod val="95000"/>
              </a:schemeClr>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5" name="Text Placeholder 46">
            <a:extLst>
              <a:ext uri="{FF2B5EF4-FFF2-40B4-BE49-F238E27FC236}">
                <a16:creationId xmlns:a16="http://schemas.microsoft.com/office/drawing/2014/main" id="{6952B1C3-1FDB-514C-E260-E7C6A3A2AB95}"/>
              </a:ext>
            </a:extLst>
          </p:cNvPr>
          <p:cNvSpPr>
            <a:spLocks noGrp="1"/>
          </p:cNvSpPr>
          <p:nvPr>
            <p:ph type="body" sz="quarter" idx="18" hasCustomPrompt="1"/>
          </p:nvPr>
        </p:nvSpPr>
        <p:spPr>
          <a:xfrm>
            <a:off x="1789066" y="4800992"/>
            <a:ext cx="4140000" cy="280509"/>
          </a:xfrm>
          <a:prstGeom prst="rect">
            <a:avLst/>
          </a:prstGeom>
          <a:solidFill>
            <a:srgbClr val="F2F2F2"/>
          </a:solidFill>
          <a:ln>
            <a:solidFill>
              <a:schemeClr val="bg1">
                <a:lumMod val="95000"/>
              </a:schemeClr>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56" name="Text Placeholder 46">
            <a:extLst>
              <a:ext uri="{FF2B5EF4-FFF2-40B4-BE49-F238E27FC236}">
                <a16:creationId xmlns:a16="http://schemas.microsoft.com/office/drawing/2014/main" id="{FE18E953-CA8B-681D-17A3-A2A782DC763C}"/>
              </a:ext>
            </a:extLst>
          </p:cNvPr>
          <p:cNvSpPr>
            <a:spLocks noGrp="1"/>
          </p:cNvSpPr>
          <p:nvPr>
            <p:ph type="body" sz="quarter" idx="19" hasCustomPrompt="1"/>
          </p:nvPr>
        </p:nvSpPr>
        <p:spPr>
          <a:xfrm>
            <a:off x="1789066" y="5554759"/>
            <a:ext cx="4140000" cy="280509"/>
          </a:xfrm>
          <a:prstGeom prst="rect">
            <a:avLst/>
          </a:prstGeom>
          <a:solidFill>
            <a:srgbClr val="F2F2F2"/>
          </a:solidFill>
          <a:ln>
            <a:solidFill>
              <a:schemeClr val="bg1">
                <a:lumMod val="95000"/>
              </a:schemeClr>
            </a:solidFill>
          </a:ln>
        </p:spPr>
        <p:txBody>
          <a:bodyPr anchor="ctr"/>
          <a:lstStyle>
            <a:lvl1pPr marL="0" indent="0">
              <a:buNone/>
              <a:defRPr sz="12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Click to add Text</a:t>
            </a:r>
            <a:endParaRPr lang="vi-VN"/>
          </a:p>
        </p:txBody>
      </p:sp>
      <p:sp>
        <p:nvSpPr>
          <p:cNvPr id="2" name="Text Placeholder 46">
            <a:extLst>
              <a:ext uri="{FF2B5EF4-FFF2-40B4-BE49-F238E27FC236}">
                <a16:creationId xmlns:a16="http://schemas.microsoft.com/office/drawing/2014/main" id="{9D49157E-1D1B-2EFE-0936-395903D9B78D}"/>
              </a:ext>
            </a:extLst>
          </p:cNvPr>
          <p:cNvSpPr>
            <a:spLocks noGrp="1"/>
          </p:cNvSpPr>
          <p:nvPr>
            <p:ph type="body" sz="quarter" idx="31" hasCustomPrompt="1"/>
          </p:nvPr>
        </p:nvSpPr>
        <p:spPr>
          <a:xfrm rot="5400000">
            <a:off x="5833254" y="2735188"/>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10" name="Text Placeholder 46">
            <a:extLst>
              <a:ext uri="{FF2B5EF4-FFF2-40B4-BE49-F238E27FC236}">
                <a16:creationId xmlns:a16="http://schemas.microsoft.com/office/drawing/2014/main" id="{7EC0952A-0F09-7998-F00D-56FAB60D5650}"/>
              </a:ext>
            </a:extLst>
          </p:cNvPr>
          <p:cNvSpPr>
            <a:spLocks noGrp="1"/>
          </p:cNvSpPr>
          <p:nvPr>
            <p:ph type="body" sz="quarter" idx="32" hasCustomPrompt="1"/>
          </p:nvPr>
        </p:nvSpPr>
        <p:spPr>
          <a:xfrm rot="5400000">
            <a:off x="5833254" y="3488955"/>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11" name="Text Placeholder 46">
            <a:extLst>
              <a:ext uri="{FF2B5EF4-FFF2-40B4-BE49-F238E27FC236}">
                <a16:creationId xmlns:a16="http://schemas.microsoft.com/office/drawing/2014/main" id="{519DD241-D3EB-3A6D-93DC-568A8B836CC3}"/>
              </a:ext>
            </a:extLst>
          </p:cNvPr>
          <p:cNvSpPr>
            <a:spLocks noGrp="1"/>
          </p:cNvSpPr>
          <p:nvPr>
            <p:ph type="body" sz="quarter" idx="33" hasCustomPrompt="1"/>
          </p:nvPr>
        </p:nvSpPr>
        <p:spPr>
          <a:xfrm rot="5400000">
            <a:off x="5833254" y="4242722"/>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12" name="Text Placeholder 46">
            <a:extLst>
              <a:ext uri="{FF2B5EF4-FFF2-40B4-BE49-F238E27FC236}">
                <a16:creationId xmlns:a16="http://schemas.microsoft.com/office/drawing/2014/main" id="{980F11CD-3C33-FF41-EBF8-38CE3515EE66}"/>
              </a:ext>
            </a:extLst>
          </p:cNvPr>
          <p:cNvSpPr>
            <a:spLocks noGrp="1"/>
          </p:cNvSpPr>
          <p:nvPr>
            <p:ph type="body" sz="quarter" idx="34" hasCustomPrompt="1"/>
          </p:nvPr>
        </p:nvSpPr>
        <p:spPr>
          <a:xfrm rot="5400000">
            <a:off x="5833254" y="4996489"/>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13" name="Text Placeholder 46">
            <a:extLst>
              <a:ext uri="{FF2B5EF4-FFF2-40B4-BE49-F238E27FC236}">
                <a16:creationId xmlns:a16="http://schemas.microsoft.com/office/drawing/2014/main" id="{6E3FC872-8F4C-4887-0DA0-F53A61B58CC5}"/>
              </a:ext>
            </a:extLst>
          </p:cNvPr>
          <p:cNvSpPr>
            <a:spLocks noGrp="1"/>
          </p:cNvSpPr>
          <p:nvPr>
            <p:ph type="body" sz="quarter" idx="35" hasCustomPrompt="1"/>
          </p:nvPr>
        </p:nvSpPr>
        <p:spPr>
          <a:xfrm rot="5400000">
            <a:off x="5833254" y="5750256"/>
            <a:ext cx="671502" cy="280509"/>
          </a:xfrm>
          <a:prstGeom prst="rect">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2700000" scaled="1"/>
            <a:tileRect/>
          </a:gra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buNone/>
              <a:defRPr lang="vi-VN" sz="100" dirty="0">
                <a:ln>
                  <a:noFill/>
                </a:ln>
                <a:latin typeface="Segoe UI" panose="020B0502040204020203" pitchFamily="34" charset="0"/>
                <a:cs typeface="Segoe UI" panose="020B0502040204020203" pitchFamily="34" charset="0"/>
              </a:defRPr>
            </a:lvl1pPr>
          </a:lstStyle>
          <a:p>
            <a:pPr marL="0" lvl="0" algn="ctr"/>
            <a:r>
              <a:rPr lang="vi-VN"/>
              <a:t>.</a:t>
            </a:r>
          </a:p>
        </p:txBody>
      </p:sp>
      <p:sp>
        <p:nvSpPr>
          <p:cNvPr id="26" name="Text Placeholder 46">
            <a:extLst>
              <a:ext uri="{FF2B5EF4-FFF2-40B4-BE49-F238E27FC236}">
                <a16:creationId xmlns:a16="http://schemas.microsoft.com/office/drawing/2014/main" id="{BEF8E3A8-4D3E-B625-FE0D-503599F3CB11}"/>
              </a:ext>
            </a:extLst>
          </p:cNvPr>
          <p:cNvSpPr>
            <a:spLocks noGrp="1"/>
          </p:cNvSpPr>
          <p:nvPr>
            <p:ph type="body" sz="quarter" idx="42"/>
          </p:nvPr>
        </p:nvSpPr>
        <p:spPr>
          <a:xfrm>
            <a:off x="1800227" y="345575"/>
            <a:ext cx="4385208" cy="338505"/>
          </a:xfrm>
          <a:prstGeom prst="rect">
            <a:avLst/>
          </a:prstGeom>
          <a:ln>
            <a:noFill/>
          </a:ln>
        </p:spPr>
        <p:txBody>
          <a:bodyPr anchor="ctr"/>
          <a:lstStyle>
            <a:lvl1pPr marL="0" indent="0">
              <a:buNone/>
              <a:defRPr sz="1000" b="1" i="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endParaRPr lang="vi-VN"/>
          </a:p>
        </p:txBody>
      </p:sp>
      <p:sp>
        <p:nvSpPr>
          <p:cNvPr id="25" name="Text Placeholder 46">
            <a:extLst>
              <a:ext uri="{FF2B5EF4-FFF2-40B4-BE49-F238E27FC236}">
                <a16:creationId xmlns:a16="http://schemas.microsoft.com/office/drawing/2014/main" id="{8D0DA056-0B27-CC82-FEE5-6044C2BD782D}"/>
              </a:ext>
            </a:extLst>
          </p:cNvPr>
          <p:cNvSpPr>
            <a:spLocks noGrp="1"/>
          </p:cNvSpPr>
          <p:nvPr>
            <p:ph type="body" sz="quarter" idx="43"/>
          </p:nvPr>
        </p:nvSpPr>
        <p:spPr>
          <a:xfrm>
            <a:off x="1792262" y="2829081"/>
            <a:ext cx="4136400" cy="378000"/>
          </a:xfrm>
          <a:prstGeom prst="rect">
            <a:avLst/>
          </a:prstGeom>
          <a:solidFill>
            <a:srgbClr val="F2F2F2"/>
          </a:solidFill>
          <a:ln w="12700">
            <a:solidFill>
              <a:schemeClr val="bg1">
                <a:lumMod val="95000"/>
              </a:schemeClr>
            </a:solidFill>
          </a:ln>
        </p:spPr>
        <p:txBody>
          <a:bodyPr anchor="ctr"/>
          <a:lstStyle>
            <a:lvl1pPr>
              <a:defRPr lang="vi-VN" sz="900" b="0" dirty="0" smtClean="0">
                <a:latin typeface="Segoe UI" panose="020B0502040204020203" pitchFamily="34" charset="0"/>
                <a:cs typeface="Segoe UI" panose="020B0502040204020203" pitchFamily="34" charset="0"/>
              </a:defRPr>
            </a:lvl1pPr>
          </a:lstStyle>
          <a:p>
            <a:pPr marL="0" marR="0" lvl="0" indent="0" fontAlgn="auto">
              <a:lnSpc>
                <a:spcPct val="100000"/>
              </a:lnSpc>
              <a:spcBef>
                <a:spcPts val="0"/>
              </a:spcBef>
              <a:spcAft>
                <a:spcPts val="0"/>
              </a:spcAft>
              <a:buClrTx/>
              <a:buSzTx/>
              <a:buNone/>
              <a:tabLst/>
            </a:pPr>
            <a:endParaRPr lang="vi-VN"/>
          </a:p>
        </p:txBody>
      </p:sp>
      <p:sp>
        <p:nvSpPr>
          <p:cNvPr id="38" name="Text Placeholder 46">
            <a:extLst>
              <a:ext uri="{FF2B5EF4-FFF2-40B4-BE49-F238E27FC236}">
                <a16:creationId xmlns:a16="http://schemas.microsoft.com/office/drawing/2014/main" id="{A9928402-A2AD-3610-C97B-51B5D59AB105}"/>
              </a:ext>
            </a:extLst>
          </p:cNvPr>
          <p:cNvSpPr>
            <a:spLocks noGrp="1"/>
          </p:cNvSpPr>
          <p:nvPr>
            <p:ph type="body" sz="quarter" idx="44"/>
          </p:nvPr>
        </p:nvSpPr>
        <p:spPr>
          <a:xfrm>
            <a:off x="1792262" y="3582848"/>
            <a:ext cx="4136400" cy="378000"/>
          </a:xfrm>
          <a:prstGeom prst="rect">
            <a:avLst/>
          </a:prstGeom>
          <a:solidFill>
            <a:srgbClr val="F2F2F2"/>
          </a:solidFill>
          <a:ln w="12700">
            <a:solidFill>
              <a:schemeClr val="bg1">
                <a:lumMod val="95000"/>
              </a:schemeClr>
            </a:solidFill>
          </a:ln>
        </p:spPr>
        <p:txBody>
          <a:bodyPr anchor="ctr"/>
          <a:lstStyle>
            <a:lvl1pPr>
              <a:defRPr lang="vi-VN" sz="900" b="0" dirty="0" smtClean="0">
                <a:latin typeface="Segoe UI" panose="020B0502040204020203" pitchFamily="34" charset="0"/>
                <a:cs typeface="Segoe UI" panose="020B0502040204020203" pitchFamily="34" charset="0"/>
              </a:defRPr>
            </a:lvl1pPr>
          </a:lstStyle>
          <a:p>
            <a:pPr marL="0" marR="0" lvl="0" indent="0" fontAlgn="auto">
              <a:lnSpc>
                <a:spcPct val="100000"/>
              </a:lnSpc>
              <a:spcBef>
                <a:spcPts val="0"/>
              </a:spcBef>
              <a:spcAft>
                <a:spcPts val="0"/>
              </a:spcAft>
              <a:buClrTx/>
              <a:buSzTx/>
              <a:buNone/>
              <a:tabLst/>
            </a:pPr>
            <a:endParaRPr lang="vi-VN"/>
          </a:p>
        </p:txBody>
      </p:sp>
      <p:sp>
        <p:nvSpPr>
          <p:cNvPr id="41" name="Text Placeholder 46">
            <a:extLst>
              <a:ext uri="{FF2B5EF4-FFF2-40B4-BE49-F238E27FC236}">
                <a16:creationId xmlns:a16="http://schemas.microsoft.com/office/drawing/2014/main" id="{C5C809DA-3BFC-51AF-03F1-EDDC4280231E}"/>
              </a:ext>
            </a:extLst>
          </p:cNvPr>
          <p:cNvSpPr>
            <a:spLocks noGrp="1"/>
          </p:cNvSpPr>
          <p:nvPr>
            <p:ph type="body" sz="quarter" idx="45"/>
          </p:nvPr>
        </p:nvSpPr>
        <p:spPr>
          <a:xfrm>
            <a:off x="1788662" y="4336615"/>
            <a:ext cx="4140000" cy="378000"/>
          </a:xfrm>
          <a:prstGeom prst="rect">
            <a:avLst/>
          </a:prstGeom>
          <a:solidFill>
            <a:schemeClr val="bg1">
              <a:lumMod val="95000"/>
            </a:schemeClr>
          </a:solidFill>
          <a:ln w="12700">
            <a:solidFill>
              <a:srgbClr val="F2F2F2"/>
            </a:solidFill>
          </a:ln>
        </p:spPr>
        <p:txBody>
          <a:bodyPr anchor="ctr"/>
          <a:lstStyle>
            <a:lvl1pPr>
              <a:defRPr lang="vi-VN" sz="900" b="0" dirty="0" smtClean="0">
                <a:latin typeface="Segoe UI" panose="020B0502040204020203" pitchFamily="34" charset="0"/>
                <a:cs typeface="Segoe UI" panose="020B0502040204020203" pitchFamily="34" charset="0"/>
              </a:defRPr>
            </a:lvl1pPr>
          </a:lstStyle>
          <a:p>
            <a:pPr marL="0" marR="0" lvl="0" indent="0" fontAlgn="auto">
              <a:lnSpc>
                <a:spcPct val="100000"/>
              </a:lnSpc>
              <a:spcBef>
                <a:spcPts val="0"/>
              </a:spcBef>
              <a:spcAft>
                <a:spcPts val="0"/>
              </a:spcAft>
              <a:buClrTx/>
              <a:buSzTx/>
              <a:buNone/>
              <a:tabLst/>
            </a:pPr>
            <a:endParaRPr lang="vi-VN"/>
          </a:p>
        </p:txBody>
      </p:sp>
      <p:sp>
        <p:nvSpPr>
          <p:cNvPr id="42" name="Text Placeholder 46">
            <a:extLst>
              <a:ext uri="{FF2B5EF4-FFF2-40B4-BE49-F238E27FC236}">
                <a16:creationId xmlns:a16="http://schemas.microsoft.com/office/drawing/2014/main" id="{95F0AFA4-9DC8-F57C-F6E6-DED51C55959F}"/>
              </a:ext>
            </a:extLst>
          </p:cNvPr>
          <p:cNvSpPr>
            <a:spLocks noGrp="1"/>
          </p:cNvSpPr>
          <p:nvPr>
            <p:ph type="body" sz="quarter" idx="46"/>
          </p:nvPr>
        </p:nvSpPr>
        <p:spPr>
          <a:xfrm>
            <a:off x="1792262" y="5090382"/>
            <a:ext cx="4132800" cy="378000"/>
          </a:xfrm>
          <a:prstGeom prst="rect">
            <a:avLst/>
          </a:prstGeom>
          <a:solidFill>
            <a:srgbClr val="F2F2F2"/>
          </a:solidFill>
          <a:ln w="12700">
            <a:solidFill>
              <a:srgbClr val="F2F2F2"/>
            </a:solidFill>
          </a:ln>
        </p:spPr>
        <p:txBody>
          <a:bodyPr anchor="ctr"/>
          <a:lstStyle>
            <a:lvl1pPr>
              <a:defRPr lang="vi-VN" sz="900" b="0" dirty="0" smtClean="0">
                <a:latin typeface="Segoe UI" panose="020B0502040204020203" pitchFamily="34" charset="0"/>
                <a:cs typeface="Segoe UI" panose="020B0502040204020203" pitchFamily="34" charset="0"/>
              </a:defRPr>
            </a:lvl1pPr>
          </a:lstStyle>
          <a:p>
            <a:pPr marL="0" marR="0" lvl="0" indent="0" fontAlgn="auto">
              <a:lnSpc>
                <a:spcPct val="100000"/>
              </a:lnSpc>
              <a:spcBef>
                <a:spcPts val="0"/>
              </a:spcBef>
              <a:spcAft>
                <a:spcPts val="0"/>
              </a:spcAft>
              <a:buClrTx/>
              <a:buSzTx/>
              <a:buNone/>
              <a:tabLst/>
            </a:pPr>
            <a:endParaRPr lang="vi-VN"/>
          </a:p>
        </p:txBody>
      </p:sp>
      <p:sp>
        <p:nvSpPr>
          <p:cNvPr id="43" name="Text Placeholder 46">
            <a:extLst>
              <a:ext uri="{FF2B5EF4-FFF2-40B4-BE49-F238E27FC236}">
                <a16:creationId xmlns:a16="http://schemas.microsoft.com/office/drawing/2014/main" id="{BBDC6766-61A4-00A8-2B28-E1435E25544D}"/>
              </a:ext>
            </a:extLst>
          </p:cNvPr>
          <p:cNvSpPr>
            <a:spLocks noGrp="1"/>
          </p:cNvSpPr>
          <p:nvPr>
            <p:ph type="body" sz="quarter" idx="47"/>
          </p:nvPr>
        </p:nvSpPr>
        <p:spPr>
          <a:xfrm>
            <a:off x="1792262" y="5844145"/>
            <a:ext cx="4136400" cy="378000"/>
          </a:xfrm>
          <a:prstGeom prst="rect">
            <a:avLst/>
          </a:prstGeom>
          <a:solidFill>
            <a:srgbClr val="F2F2F2"/>
          </a:solidFill>
          <a:ln w="12700">
            <a:solidFill>
              <a:schemeClr val="bg1">
                <a:lumMod val="95000"/>
              </a:schemeClr>
            </a:solidFill>
          </a:ln>
        </p:spPr>
        <p:txBody>
          <a:bodyPr anchor="ctr"/>
          <a:lstStyle>
            <a:lvl1pPr>
              <a:defRPr lang="vi-VN" sz="900" b="0" dirty="0" smtClean="0">
                <a:latin typeface="Segoe UI" panose="020B0502040204020203" pitchFamily="34" charset="0"/>
                <a:cs typeface="Segoe UI" panose="020B0502040204020203" pitchFamily="34" charset="0"/>
              </a:defRPr>
            </a:lvl1pPr>
          </a:lstStyle>
          <a:p>
            <a:pPr marL="0" marR="0" lvl="0" indent="0" fontAlgn="auto">
              <a:lnSpc>
                <a:spcPct val="100000"/>
              </a:lnSpc>
              <a:spcBef>
                <a:spcPts val="0"/>
              </a:spcBef>
              <a:spcAft>
                <a:spcPts val="0"/>
              </a:spcAft>
              <a:buClrTx/>
              <a:buSzTx/>
              <a:buNone/>
              <a:tabLst/>
            </a:pPr>
            <a:endParaRPr lang="vi-VN"/>
          </a:p>
        </p:txBody>
      </p:sp>
      <p:sp>
        <p:nvSpPr>
          <p:cNvPr id="21" name="Text Placeholder 46">
            <a:extLst>
              <a:ext uri="{FF2B5EF4-FFF2-40B4-BE49-F238E27FC236}">
                <a16:creationId xmlns:a16="http://schemas.microsoft.com/office/drawing/2014/main" id="{657CBE67-E761-4F78-C3DD-4A4A70E3F5E2}"/>
              </a:ext>
            </a:extLst>
          </p:cNvPr>
          <p:cNvSpPr>
            <a:spLocks noGrp="1"/>
          </p:cNvSpPr>
          <p:nvPr>
            <p:ph type="body" sz="quarter" idx="48" hasCustomPrompt="1"/>
          </p:nvPr>
        </p:nvSpPr>
        <p:spPr>
          <a:xfrm>
            <a:off x="13046" y="1709803"/>
            <a:ext cx="894936" cy="172653"/>
          </a:xfrm>
          <a:prstGeom prst="rect">
            <a:avLst/>
          </a:prstGeom>
          <a:solidFill>
            <a:schemeClr val="bg1"/>
          </a:solidFill>
          <a:ln>
            <a:solidFill>
              <a:schemeClr val="bg1"/>
            </a:solidFill>
          </a:ln>
        </p:spPr>
        <p:txBody>
          <a:bodyPr anchor="ctr"/>
          <a:lstStyle>
            <a:lvl1pPr marL="0" indent="0" algn="ctr">
              <a:buNone/>
              <a:defRPr sz="800" b="1">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COMPLETION</a:t>
            </a:r>
            <a:endParaRPr lang="vi-VN"/>
          </a:p>
        </p:txBody>
      </p:sp>
      <p:sp>
        <p:nvSpPr>
          <p:cNvPr id="23" name="Rectangle 3">
            <a:extLst>
              <a:ext uri="{FF2B5EF4-FFF2-40B4-BE49-F238E27FC236}">
                <a16:creationId xmlns:a16="http://schemas.microsoft.com/office/drawing/2014/main" id="{81D0DBB4-2551-F7C1-94EF-E4ED53662263}"/>
              </a:ext>
            </a:extLst>
          </p:cNvPr>
          <p:cNvSpPr>
            <a:spLocks noChangeArrowheads="1"/>
          </p:cNvSpPr>
          <p:nvPr userDrawn="1"/>
        </p:nvSpPr>
        <p:spPr bwMode="auto">
          <a:xfrm>
            <a:off x="3148574" y="676127"/>
            <a:ext cx="2922563" cy="338554"/>
          </a:xfrm>
          <a:prstGeom prst="rect">
            <a:avLst/>
          </a:prstGeom>
          <a:solidFill>
            <a:schemeClr val="bg1"/>
          </a:solidFill>
          <a:ln>
            <a:noFill/>
          </a:ln>
        </p:spPr>
        <p:txBody>
          <a:bodyPr wrap="square" lIns="91440" tIns="45720" rIns="91440" bIns="45720" anchor="ctr">
            <a:spAutoFit/>
          </a:bodyPr>
          <a:lstStyle>
            <a:lvl1pPr eaLnBrk="0" hangingPunct="0">
              <a:defRPr kumimoji="1" sz="4800" b="1">
                <a:solidFill>
                  <a:schemeClr val="tx1"/>
                </a:solidFill>
                <a:latin typeface="Arial" charset="0"/>
                <a:ea typeface="ＭＳ Ｐゴシック" pitchFamily="34" charset="-128"/>
              </a:defRPr>
            </a:lvl1pPr>
            <a:lvl2pPr marL="742950" indent="-285750" eaLnBrk="0" hangingPunct="0">
              <a:defRPr kumimoji="1" sz="4800" b="1">
                <a:solidFill>
                  <a:schemeClr val="tx1"/>
                </a:solidFill>
                <a:latin typeface="Arial" charset="0"/>
                <a:ea typeface="ＭＳ Ｐゴシック" pitchFamily="34" charset="-128"/>
              </a:defRPr>
            </a:lvl2pPr>
            <a:lvl3pPr marL="1143000" indent="-228600" eaLnBrk="0" hangingPunct="0">
              <a:defRPr kumimoji="1" sz="4800" b="1">
                <a:solidFill>
                  <a:schemeClr val="tx1"/>
                </a:solidFill>
                <a:latin typeface="Arial" charset="0"/>
                <a:ea typeface="ＭＳ Ｐゴシック" pitchFamily="34" charset="-128"/>
              </a:defRPr>
            </a:lvl3pPr>
            <a:lvl4pPr marL="1600200" indent="-228600" eaLnBrk="0" hangingPunct="0">
              <a:defRPr kumimoji="1" sz="4800" b="1">
                <a:solidFill>
                  <a:schemeClr val="tx1"/>
                </a:solidFill>
                <a:latin typeface="Arial" charset="0"/>
                <a:ea typeface="ＭＳ Ｐゴシック" pitchFamily="34" charset="-128"/>
              </a:defRPr>
            </a:lvl4pPr>
            <a:lvl5pPr marL="2057400" indent="-228600" eaLnBrk="0" hangingPunct="0">
              <a:defRPr kumimoji="1" sz="4800" b="1">
                <a:solidFill>
                  <a:schemeClr val="tx1"/>
                </a:solidFill>
                <a:latin typeface="Arial" charset="0"/>
                <a:ea typeface="ＭＳ Ｐゴシック" pitchFamily="34" charset="-128"/>
              </a:defRPr>
            </a:lvl5pPr>
            <a:lvl6pPr marL="25146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6pPr>
            <a:lvl7pPr marL="29718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7pPr>
            <a:lvl8pPr marL="34290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8pPr>
            <a:lvl9pPr marL="3886200" indent="-228600" algn="ctr" eaLnBrk="0" fontAlgn="base" hangingPunct="0">
              <a:spcBef>
                <a:spcPct val="0"/>
              </a:spcBef>
              <a:spcAft>
                <a:spcPct val="0"/>
              </a:spcAft>
              <a:defRPr kumimoji="1" sz="4800" b="1">
                <a:solidFill>
                  <a:schemeClr val="tx1"/>
                </a:solidFill>
                <a:latin typeface="Arial" charset="0"/>
                <a:ea typeface="ＭＳ Ｐゴシック" pitchFamily="34" charset="-128"/>
              </a:defRPr>
            </a:lvl9pPr>
          </a:lstStyle>
          <a:p>
            <a:r>
              <a:rPr lang="en-US" sz="1600" b="1">
                <a:solidFill>
                  <a:schemeClr val="accent1">
                    <a:lumMod val="50000"/>
                  </a:schemeClr>
                </a:solidFill>
                <a:latin typeface="Segoe UI" panose="020B0502040204020203" pitchFamily="34" charset="0"/>
                <a:ea typeface="ＭＳ Ｐゴシック"/>
                <a:cs typeface="Segoe UI" panose="020B0502040204020203" pitchFamily="34" charset="0"/>
              </a:rPr>
              <a:t>09/JAN/2025</a:t>
            </a:r>
          </a:p>
        </p:txBody>
      </p:sp>
      <p:sp>
        <p:nvSpPr>
          <p:cNvPr id="30" name="Rectangle 29">
            <a:hlinkClick r:id="rId2" action="ppaction://hlinksldjump"/>
            <a:extLst>
              <a:ext uri="{FF2B5EF4-FFF2-40B4-BE49-F238E27FC236}">
                <a16:creationId xmlns:a16="http://schemas.microsoft.com/office/drawing/2014/main" id="{610E5BBF-822F-9557-9B86-EBECDF72CE33}"/>
              </a:ext>
            </a:extLst>
          </p:cNvPr>
          <p:cNvSpPr/>
          <p:nvPr userDrawn="1"/>
        </p:nvSpPr>
        <p:spPr>
          <a:xfrm>
            <a:off x="11509131" y="6620608"/>
            <a:ext cx="651569" cy="1670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715321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46">
            <a:extLst>
              <a:ext uri="{FF2B5EF4-FFF2-40B4-BE49-F238E27FC236}">
                <a16:creationId xmlns:a16="http://schemas.microsoft.com/office/drawing/2014/main" id="{5EB49A4C-E466-DE05-2824-22F26266702C}"/>
              </a:ext>
            </a:extLst>
          </p:cNvPr>
          <p:cNvSpPr>
            <a:spLocks noGrp="1"/>
          </p:cNvSpPr>
          <p:nvPr>
            <p:ph type="body" sz="quarter" idx="28" hasCustomPrompt="1"/>
          </p:nvPr>
        </p:nvSpPr>
        <p:spPr>
          <a:xfrm>
            <a:off x="1800224" y="79131"/>
            <a:ext cx="8591552" cy="905607"/>
          </a:xfrm>
          <a:prstGeom prst="rect">
            <a:avLst/>
          </a:prstGeom>
        </p:spPr>
        <p:txBody>
          <a:bodyPr anchor="ctr"/>
          <a:lstStyle>
            <a:lvl1pPr marL="0" indent="0" algn="ctr">
              <a:lnSpc>
                <a:spcPct val="100000"/>
              </a:lnSpc>
              <a:spcBef>
                <a:spcPts val="0"/>
              </a:spcBef>
              <a:buNone/>
              <a:defRPr sz="1600" b="1" i="0">
                <a:solidFill>
                  <a:schemeClr val="accent1">
                    <a:lumMod val="50000"/>
                  </a:schemeClr>
                </a:solidFill>
                <a:latin typeface="Segoe UI" panose="020B0502040204020203" pitchFamily="34" charset="0"/>
                <a:cs typeface="Segoe UI" panose="020B0502040204020203" pitchFamily="34" charset="0"/>
              </a:defRPr>
            </a:lvl1pPr>
            <a:lvl2pPr marL="457200" indent="0">
              <a:buNone/>
              <a:defRPr sz="1600">
                <a:solidFill>
                  <a:schemeClr val="accent1">
                    <a:lumMod val="50000"/>
                  </a:schemeClr>
                </a:solidFill>
                <a:latin typeface="Segoe UI" panose="020B0502040204020203" pitchFamily="34" charset="0"/>
                <a:cs typeface="Segoe UI" panose="020B0502040204020203" pitchFamily="34" charset="0"/>
              </a:defRPr>
            </a:lvl2pPr>
            <a:lvl3pPr marL="914400" indent="0">
              <a:buNone/>
              <a:defRPr sz="1600">
                <a:solidFill>
                  <a:schemeClr val="accent1">
                    <a:lumMod val="50000"/>
                  </a:schemeClr>
                </a:solidFill>
                <a:latin typeface="Segoe UI" panose="020B0502040204020203" pitchFamily="34" charset="0"/>
                <a:cs typeface="Segoe UI" panose="020B0502040204020203" pitchFamily="34" charset="0"/>
              </a:defRPr>
            </a:lvl3pPr>
            <a:lvl4pPr marL="1371600" indent="0">
              <a:buNone/>
              <a:defRPr sz="1600">
                <a:solidFill>
                  <a:schemeClr val="accent1">
                    <a:lumMod val="50000"/>
                  </a:schemeClr>
                </a:solidFill>
                <a:latin typeface="Segoe UI" panose="020B0502040204020203" pitchFamily="34" charset="0"/>
                <a:cs typeface="Segoe UI" panose="020B0502040204020203" pitchFamily="34" charset="0"/>
              </a:defRPr>
            </a:lvl4pPr>
            <a:lvl5pPr marL="1828800" indent="0">
              <a:buNone/>
              <a:defRPr sz="1600">
                <a:solidFill>
                  <a:schemeClr val="accent1">
                    <a:lumMod val="50000"/>
                  </a:schemeClr>
                </a:solidFill>
                <a:latin typeface="Segoe UI" panose="020B0502040204020203" pitchFamily="34" charset="0"/>
                <a:cs typeface="Segoe UI" panose="020B0502040204020203" pitchFamily="34" charset="0"/>
              </a:defRPr>
            </a:lvl5pPr>
          </a:lstStyle>
          <a:p>
            <a:pPr lvl="0"/>
            <a:r>
              <a:rPr lang="en-US"/>
              <a:t>ADD YOUR TEXT HERE</a:t>
            </a:r>
            <a:endParaRPr lang="vi-VN"/>
          </a:p>
        </p:txBody>
      </p:sp>
      <p:sp>
        <p:nvSpPr>
          <p:cNvPr id="2" name="Rectangle 1">
            <a:hlinkClick r:id="rId2" action="ppaction://hlinksldjump"/>
            <a:extLst>
              <a:ext uri="{FF2B5EF4-FFF2-40B4-BE49-F238E27FC236}">
                <a16:creationId xmlns:a16="http://schemas.microsoft.com/office/drawing/2014/main" id="{F246B33F-1457-9B68-9FDC-80E5A48E6B84}"/>
              </a:ext>
            </a:extLst>
          </p:cNvPr>
          <p:cNvSpPr/>
          <p:nvPr userDrawn="1"/>
        </p:nvSpPr>
        <p:spPr>
          <a:xfrm>
            <a:off x="11509131" y="6620608"/>
            <a:ext cx="651569" cy="16705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211533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487FE-051E-478C-906E-324D624E3F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10E20C-2F1D-4C81-BF1B-A599D86EC7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A2FA00-EF79-40FD-B564-9EA84C397AF2}"/>
              </a:ext>
            </a:extLst>
          </p:cNvPr>
          <p:cNvSpPr>
            <a:spLocks noGrp="1"/>
          </p:cNvSpPr>
          <p:nvPr>
            <p:ph type="dt" sz="half" idx="10"/>
          </p:nvPr>
        </p:nvSpPr>
        <p:spPr/>
        <p:txBody>
          <a:bodyPr/>
          <a:lstStyle/>
          <a:p>
            <a:fld id="{7792350C-B52B-4B1F-B6D0-6FAED080DBD9}" type="datetimeFigureOut">
              <a:rPr lang="en-US" smtClean="0"/>
              <a:t>03/02/2026</a:t>
            </a:fld>
            <a:endParaRPr lang="en-US"/>
          </a:p>
        </p:txBody>
      </p:sp>
      <p:sp>
        <p:nvSpPr>
          <p:cNvPr id="5" name="Footer Placeholder 4">
            <a:extLst>
              <a:ext uri="{FF2B5EF4-FFF2-40B4-BE49-F238E27FC236}">
                <a16:creationId xmlns:a16="http://schemas.microsoft.com/office/drawing/2014/main" id="{45D468ED-5F3E-4B92-A667-A33BF9A176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93377-7A37-49F5-8DFD-6C9C30397DFA}"/>
              </a:ext>
            </a:extLst>
          </p:cNvPr>
          <p:cNvSpPr>
            <a:spLocks noGrp="1"/>
          </p:cNvSpPr>
          <p:nvPr>
            <p:ph type="sldNum" sz="quarter" idx="12"/>
          </p:nvPr>
        </p:nvSpPr>
        <p:spPr/>
        <p:txBody>
          <a:bodyPr/>
          <a:lstStyle/>
          <a:p>
            <a:fld id="{B8673726-229C-46D4-AAF5-D12BE1B584AD}" type="slidenum">
              <a:rPr lang="en-US" smtClean="0"/>
              <a:t>‹#›</a:t>
            </a:fld>
            <a:endParaRPr lang="en-US"/>
          </a:p>
        </p:txBody>
      </p:sp>
    </p:spTree>
    <p:extLst>
      <p:ext uri="{BB962C8B-B14F-4D97-AF65-F5344CB8AC3E}">
        <p14:creationId xmlns:p14="http://schemas.microsoft.com/office/powerpoint/2010/main" val="17594129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slide" Target="../slides/slide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w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lum/>
          </a:blip>
          <a:srcRect/>
          <a:stretch>
            <a:fillRect/>
          </a:stretch>
        </a:blipFill>
        <a:effectLst/>
      </p:bgPr>
    </p:bg>
    <p:spTree>
      <p:nvGrpSpPr>
        <p:cNvPr id="1" name=""/>
        <p:cNvGrpSpPr/>
        <p:nvPr/>
      </p:nvGrpSpPr>
      <p:grpSpPr>
        <a:xfrm>
          <a:off x="0" y="0"/>
          <a:ext cx="0" cy="0"/>
          <a:chOff x="0" y="0"/>
          <a:chExt cx="0" cy="0"/>
        </a:xfrm>
      </p:grpSpPr>
      <p:sp>
        <p:nvSpPr>
          <p:cNvPr id="2" name="Text Placeholder 46">
            <a:extLst>
              <a:ext uri="{FF2B5EF4-FFF2-40B4-BE49-F238E27FC236}">
                <a16:creationId xmlns:a16="http://schemas.microsoft.com/office/drawing/2014/main" id="{208777BF-43CC-21A6-0A2D-CBBD3FCEA313}"/>
              </a:ext>
            </a:extLst>
          </p:cNvPr>
          <p:cNvSpPr txBox="1">
            <a:spLocks/>
          </p:cNvSpPr>
          <p:nvPr userDrawn="1"/>
        </p:nvSpPr>
        <p:spPr>
          <a:xfrm>
            <a:off x="3859234" y="6562725"/>
            <a:ext cx="4473531" cy="295275"/>
          </a:xfrm>
          <a:prstGeom prst="rect">
            <a:avLst/>
          </a:prstGeom>
        </p:spPr>
        <p:txBody>
          <a:bodyPr anchor="ctr"/>
          <a:lstStyle>
            <a:lvl1pPr marL="0" indent="0" algn="ctr" defTabSz="914400" rtl="0" eaLnBrk="1" latinLnBrk="0" hangingPunct="1">
              <a:lnSpc>
                <a:spcPct val="90000"/>
              </a:lnSpc>
              <a:spcBef>
                <a:spcPts val="1000"/>
              </a:spcBef>
              <a:buFont typeface="Arial" panose="020B0604020202020204" pitchFamily="34" charset="0"/>
              <a:buNone/>
              <a:defRPr sz="1600" b="1" i="0" kern="1200">
                <a:solidFill>
                  <a:schemeClr val="accent1">
                    <a:lumMod val="50000"/>
                  </a:schemeClr>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b="1" i="0" u="sng">
                <a:solidFill>
                  <a:schemeClr val="bg1"/>
                </a:solidFill>
                <a:effectLst/>
                <a:latin typeface="Segoe UI" panose="020B0502040204020203" pitchFamily="34" charset="0"/>
                <a:cs typeface="Segoe UI" panose="020B0502040204020203" pitchFamily="34" charset="0"/>
                <a:hlinkClick r:id="rId7" action="ppaction://hlinksldjump">
                  <a:extLst>
                    <a:ext uri="{A12FA001-AC4F-418D-AE19-62706E023703}">
                      <ahyp:hlinkClr xmlns:ahyp="http://schemas.microsoft.com/office/drawing/2018/hyperlinkcolor" val="tx"/>
                    </a:ext>
                  </a:extLst>
                </a:hlinkClick>
              </a:rPr>
              <a:t>INTERNAL USE ONLY</a:t>
            </a:r>
            <a:endParaRPr lang="vi-VN" sz="1200" b="1" i="0" u="sng">
              <a:solidFill>
                <a:schemeClr val="bg1"/>
              </a:solidFill>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32922223"/>
      </p:ext>
    </p:extLst>
  </p:cSld>
  <p:clrMap bg1="lt1" tx1="dk1" bg2="lt2" tx2="dk2" accent1="accent1" accent2="accent2" accent3="accent3" accent4="accent4" accent5="accent5" accent6="accent6" hlink="hlink" folHlink="folHlink"/>
  <p:sldLayoutIdLst>
    <p:sldLayoutId id="2147483675" r:id="rId1"/>
    <p:sldLayoutId id="2147483681" r:id="rId2"/>
    <p:sldLayoutId id="2147483676" r:id="rId3"/>
    <p:sldLayoutId id="214748368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3" Type="http://schemas.openxmlformats.org/officeDocument/2006/relationships/slide" Target="slide21.xml"/><Relationship Id="rId18" Type="http://schemas.openxmlformats.org/officeDocument/2006/relationships/image" Target="../media/image11.png"/><Relationship Id="rId26" Type="http://schemas.openxmlformats.org/officeDocument/2006/relationships/image" Target="../media/image15.png"/><Relationship Id="rId39" Type="http://schemas.openxmlformats.org/officeDocument/2006/relationships/slide" Target="slide46.xml"/><Relationship Id="rId21" Type="http://schemas.openxmlformats.org/officeDocument/2006/relationships/slide" Target="slide30.xml"/><Relationship Id="rId34" Type="http://schemas.openxmlformats.org/officeDocument/2006/relationships/image" Target="../media/image19.png"/><Relationship Id="rId42" Type="http://schemas.openxmlformats.org/officeDocument/2006/relationships/image" Target="../media/image23.png"/><Relationship Id="rId47" Type="http://schemas.openxmlformats.org/officeDocument/2006/relationships/slide" Target="slide54.xml"/><Relationship Id="rId50" Type="http://schemas.openxmlformats.org/officeDocument/2006/relationships/image" Target="../media/image27.png"/><Relationship Id="rId55" Type="http://schemas.openxmlformats.org/officeDocument/2006/relationships/slide" Target="slide65.xml"/><Relationship Id="rId63" Type="http://schemas.openxmlformats.org/officeDocument/2006/relationships/slide" Target="slide71.xml"/><Relationship Id="rId68" Type="http://schemas.openxmlformats.org/officeDocument/2006/relationships/image" Target="../media/image36.png"/><Relationship Id="rId76" Type="http://schemas.openxmlformats.org/officeDocument/2006/relationships/image" Target="../media/image40.png"/><Relationship Id="rId7" Type="http://schemas.openxmlformats.org/officeDocument/2006/relationships/slide" Target="slide15.xml"/><Relationship Id="rId71" Type="http://schemas.openxmlformats.org/officeDocument/2006/relationships/slide" Target="slide79.xml"/><Relationship Id="rId2" Type="http://schemas.openxmlformats.org/officeDocument/2006/relationships/notesSlide" Target="../notesSlides/notesSlide2.xml"/><Relationship Id="rId16" Type="http://schemas.openxmlformats.org/officeDocument/2006/relationships/image" Target="../media/image10.png"/><Relationship Id="rId29" Type="http://schemas.openxmlformats.org/officeDocument/2006/relationships/slide" Target="slide38.xml"/><Relationship Id="rId11" Type="http://schemas.openxmlformats.org/officeDocument/2006/relationships/slide" Target="slide19.xml"/><Relationship Id="rId24" Type="http://schemas.openxmlformats.org/officeDocument/2006/relationships/image" Target="../media/image14.png"/><Relationship Id="rId32" Type="http://schemas.openxmlformats.org/officeDocument/2006/relationships/image" Target="../media/image18.png"/><Relationship Id="rId37" Type="http://schemas.openxmlformats.org/officeDocument/2006/relationships/slide" Target="slide45.xml"/><Relationship Id="rId40" Type="http://schemas.openxmlformats.org/officeDocument/2006/relationships/image" Target="../media/image22.png"/><Relationship Id="rId45" Type="http://schemas.openxmlformats.org/officeDocument/2006/relationships/slide" Target="slide52.xml"/><Relationship Id="rId53" Type="http://schemas.openxmlformats.org/officeDocument/2006/relationships/slide" Target="slide63.xml"/><Relationship Id="rId58" Type="http://schemas.openxmlformats.org/officeDocument/2006/relationships/image" Target="../media/image31.png"/><Relationship Id="rId66" Type="http://schemas.openxmlformats.org/officeDocument/2006/relationships/image" Target="../media/image35.png"/><Relationship Id="rId74" Type="http://schemas.openxmlformats.org/officeDocument/2006/relationships/image" Target="../media/image39.png"/><Relationship Id="rId79" Type="http://schemas.openxmlformats.org/officeDocument/2006/relationships/slide" Target="slide87.xml"/><Relationship Id="rId5" Type="http://schemas.openxmlformats.org/officeDocument/2006/relationships/image" Target="../media/image4.png"/><Relationship Id="rId61" Type="http://schemas.openxmlformats.org/officeDocument/2006/relationships/slide" Target="slide69.xml"/><Relationship Id="rId10" Type="http://schemas.openxmlformats.org/officeDocument/2006/relationships/image" Target="../media/image7.png"/><Relationship Id="rId19" Type="http://schemas.openxmlformats.org/officeDocument/2006/relationships/slide" Target="slide27.xml"/><Relationship Id="rId31" Type="http://schemas.openxmlformats.org/officeDocument/2006/relationships/slide" Target="slide40.xml"/><Relationship Id="rId44" Type="http://schemas.openxmlformats.org/officeDocument/2006/relationships/image" Target="../media/image24.png"/><Relationship Id="rId52" Type="http://schemas.openxmlformats.org/officeDocument/2006/relationships/image" Target="../media/image28.png"/><Relationship Id="rId60" Type="http://schemas.openxmlformats.org/officeDocument/2006/relationships/image" Target="../media/image32.png"/><Relationship Id="rId65" Type="http://schemas.openxmlformats.org/officeDocument/2006/relationships/slide" Target="slide73.xml"/><Relationship Id="rId73" Type="http://schemas.openxmlformats.org/officeDocument/2006/relationships/slide" Target="slide81.xml"/><Relationship Id="rId78" Type="http://schemas.openxmlformats.org/officeDocument/2006/relationships/image" Target="../media/image41.png"/><Relationship Id="rId81" Type="http://schemas.openxmlformats.org/officeDocument/2006/relationships/slide" Target="slide89.xml"/><Relationship Id="rId4" Type="http://schemas.openxmlformats.org/officeDocument/2006/relationships/image" Target="../media/image3.png"/><Relationship Id="rId9" Type="http://schemas.openxmlformats.org/officeDocument/2006/relationships/slide" Target="slide17.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slide" Target="slide36.xml"/><Relationship Id="rId30" Type="http://schemas.openxmlformats.org/officeDocument/2006/relationships/image" Target="../media/image17.png"/><Relationship Id="rId35" Type="http://schemas.openxmlformats.org/officeDocument/2006/relationships/slide" Target="slide44.xml"/><Relationship Id="rId43" Type="http://schemas.openxmlformats.org/officeDocument/2006/relationships/slide" Target="slide50.xml"/><Relationship Id="rId48" Type="http://schemas.openxmlformats.org/officeDocument/2006/relationships/image" Target="../media/image26.png"/><Relationship Id="rId56" Type="http://schemas.openxmlformats.org/officeDocument/2006/relationships/image" Target="../media/image30.png"/><Relationship Id="rId64" Type="http://schemas.openxmlformats.org/officeDocument/2006/relationships/image" Target="../media/image34.png"/><Relationship Id="rId69" Type="http://schemas.openxmlformats.org/officeDocument/2006/relationships/slide" Target="slide77.xml"/><Relationship Id="rId77" Type="http://schemas.openxmlformats.org/officeDocument/2006/relationships/slide" Target="slide85.xml"/><Relationship Id="rId8" Type="http://schemas.openxmlformats.org/officeDocument/2006/relationships/image" Target="../media/image6.png"/><Relationship Id="rId51" Type="http://schemas.openxmlformats.org/officeDocument/2006/relationships/slide" Target="slide58.xml"/><Relationship Id="rId72" Type="http://schemas.openxmlformats.org/officeDocument/2006/relationships/image" Target="../media/image38.png"/><Relationship Id="rId80" Type="http://schemas.openxmlformats.org/officeDocument/2006/relationships/image" Target="../media/image42.png"/><Relationship Id="rId3" Type="http://schemas.openxmlformats.org/officeDocument/2006/relationships/image" Target="../media/image2.png"/><Relationship Id="rId12" Type="http://schemas.openxmlformats.org/officeDocument/2006/relationships/image" Target="../media/image8.png"/><Relationship Id="rId17" Type="http://schemas.openxmlformats.org/officeDocument/2006/relationships/slide" Target="slide24.xml"/><Relationship Id="rId25" Type="http://schemas.openxmlformats.org/officeDocument/2006/relationships/slide" Target="slide34.xml"/><Relationship Id="rId33" Type="http://schemas.openxmlformats.org/officeDocument/2006/relationships/slide" Target="slide42.xml"/><Relationship Id="rId38" Type="http://schemas.openxmlformats.org/officeDocument/2006/relationships/image" Target="../media/image21.png"/><Relationship Id="rId46" Type="http://schemas.openxmlformats.org/officeDocument/2006/relationships/image" Target="../media/image25.png"/><Relationship Id="rId59" Type="http://schemas.openxmlformats.org/officeDocument/2006/relationships/slide" Target="slide68.xml"/><Relationship Id="rId67" Type="http://schemas.openxmlformats.org/officeDocument/2006/relationships/slide" Target="slide75.xml"/><Relationship Id="rId20" Type="http://schemas.openxmlformats.org/officeDocument/2006/relationships/image" Target="../media/image12.png"/><Relationship Id="rId41" Type="http://schemas.openxmlformats.org/officeDocument/2006/relationships/slide" Target="slide48.xml"/><Relationship Id="rId54" Type="http://schemas.openxmlformats.org/officeDocument/2006/relationships/image" Target="../media/image29.png"/><Relationship Id="rId62" Type="http://schemas.openxmlformats.org/officeDocument/2006/relationships/image" Target="../media/image33.png"/><Relationship Id="rId70" Type="http://schemas.openxmlformats.org/officeDocument/2006/relationships/image" Target="../media/image37.png"/><Relationship Id="rId75" Type="http://schemas.openxmlformats.org/officeDocument/2006/relationships/slide" Target="slide83.xml"/><Relationship Id="rId1" Type="http://schemas.openxmlformats.org/officeDocument/2006/relationships/slideLayout" Target="../slideLayouts/slideLayout4.xml"/><Relationship Id="rId6" Type="http://schemas.openxmlformats.org/officeDocument/2006/relationships/image" Target="../media/image5.png"/><Relationship Id="rId15" Type="http://schemas.openxmlformats.org/officeDocument/2006/relationships/slide" Target="slide22.xml"/><Relationship Id="rId23" Type="http://schemas.openxmlformats.org/officeDocument/2006/relationships/slide" Target="slide32.xml"/><Relationship Id="rId28" Type="http://schemas.openxmlformats.org/officeDocument/2006/relationships/image" Target="../media/image16.png"/><Relationship Id="rId36" Type="http://schemas.openxmlformats.org/officeDocument/2006/relationships/image" Target="../media/image20.png"/><Relationship Id="rId49" Type="http://schemas.openxmlformats.org/officeDocument/2006/relationships/slide" Target="slide56.xml"/><Relationship Id="rId57" Type="http://schemas.openxmlformats.org/officeDocument/2006/relationships/slide" Target="slide6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s://fiveable.me/cloud-computing-architecture/unit-6/continuous-integration-continuous-deployment-cicd/study-guide/0QRiybSHXPPHu4XP?utm_source=chatgpt.com" TargetMode="External"/><Relationship Id="rId13" Type="http://schemas.openxmlformats.org/officeDocument/2006/relationships/hyperlink" Target="https://www.redhat.com/en/topics/automation/what-is-yaml" TargetMode="External"/><Relationship Id="rId3" Type="http://schemas.openxmlformats.org/officeDocument/2006/relationships/hyperlink" Target="https://www.redhat.com/en/topics/devops/what-cicd-pipeline" TargetMode="External"/><Relationship Id="rId7" Type="http://schemas.openxmlformats.org/officeDocument/2006/relationships/image" Target="../media/image45.png"/><Relationship Id="rId12"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4.png"/><Relationship Id="rId11" Type="http://schemas.openxmlformats.org/officeDocument/2006/relationships/hyperlink" Target="https://docs.gitlab.com/ci/pipelines/" TargetMode="External"/><Relationship Id="rId5" Type="http://schemas.openxmlformats.org/officeDocument/2006/relationships/hyperlink" Target="https://about.gitlab.com/topics/ci-cd/" TargetMode="External"/><Relationship Id="rId10" Type="http://schemas.openxmlformats.org/officeDocument/2006/relationships/hyperlink" Target="https://docs.gitlab.com/ci/yaml/" TargetMode="External"/><Relationship Id="rId4" Type="http://schemas.openxmlformats.org/officeDocument/2006/relationships/image" Target="../media/image43.png"/><Relationship Id="rId9" Type="http://schemas.openxmlformats.org/officeDocument/2006/relationships/image" Target="../media/image46.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2.png"/><Relationship Id="rId3" Type="http://schemas.openxmlformats.org/officeDocument/2006/relationships/hyperlink" Target="https://docs.gitlab.com/runner/" TargetMode="External"/><Relationship Id="rId7" Type="http://schemas.openxmlformats.org/officeDocument/2006/relationships/hyperlink" Target="https://docs.docker.com/build/concepts/dockerfile/" TargetMode="External"/><Relationship Id="rId12" Type="http://schemas.openxmlformats.org/officeDocument/2006/relationships/image" Target="../media/image5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8.png"/><Relationship Id="rId11" Type="http://schemas.openxmlformats.org/officeDocument/2006/relationships/hyperlink" Target="https://medium.com/globant/optimize-pipeline-implementation-using-gitlab-ci-templates-6eef54046231" TargetMode="External"/><Relationship Id="rId5" Type="http://schemas.openxmlformats.org/officeDocument/2006/relationships/hyperlink" Target="https://www.ibm.com/think/topics/docker" TargetMode="External"/><Relationship Id="rId10" Type="http://schemas.openxmlformats.org/officeDocument/2006/relationships/hyperlink" Target="https://about.gitlab.com/blog/get-started-ci-pipeline-templates/#what-are-ci-pipeline-templates" TargetMode="External"/><Relationship Id="rId4" Type="http://schemas.openxmlformats.org/officeDocument/2006/relationships/image" Target="../media/image44.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hyperlink" Target="https://docs.gitlab.com/ci/jobs/job_artifacts/" TargetMode="External"/><Relationship Id="rId7" Type="http://schemas.openxmlformats.org/officeDocument/2006/relationships/hyperlink" Target="https://docs.docker.com/get-started/docker-concepts/the-basics/what-is-an-image/"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53.png"/><Relationship Id="rId5" Type="http://schemas.openxmlformats.org/officeDocument/2006/relationships/hyperlink" Target="https://www.harness.io/harness-devops-academy/what-is-artifact-registry" TargetMode="External"/><Relationship Id="rId4" Type="http://schemas.openxmlformats.org/officeDocument/2006/relationships/image" Target="../media/image44.png"/><Relationship Id="rId9" Type="http://schemas.openxmlformats.org/officeDocument/2006/relationships/image" Target="../media/image54.png"/></Relationships>
</file>

<file path=ppt/slides/_rels/slide9.xml.rels><?xml version="1.0" encoding="UTF-8" standalone="yes"?>
<Relationships xmlns="http://schemas.openxmlformats.org/package/2006/relationships"><Relationship Id="rId8" Type="http://schemas.openxmlformats.org/officeDocument/2006/relationships/hyperlink" Target="https://www.redhat.com/en/technologies/cloud-computing/openshift/red-hat-openshift-kubernetes?utm_source=chatgpt.com" TargetMode="External"/><Relationship Id="rId3" Type="http://schemas.openxmlformats.org/officeDocument/2006/relationships/hyperlink" Target="https://docs.docker.com/get-started/docker-concepts/the-basics/what-is-a-container/" TargetMode="External"/><Relationship Id="rId7" Type="http://schemas.openxmlformats.org/officeDocument/2006/relationships/hyperlink" Target="https://www.redhat.com/en/topics/containers/what-is-kubernetes"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hyperlink" Target="https://www.redhat.com/en/topics/containers/what-is-container-orchestration" TargetMode="External"/><Relationship Id="rId4" Type="http://schemas.openxmlformats.org/officeDocument/2006/relationships/image" Target="../media/image50.png"/></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59.png"/><Relationship Id="rId3" Type="http://schemas.openxmlformats.org/officeDocument/2006/relationships/hyperlink" Target="https://helm.sh/" TargetMode="External"/><Relationship Id="rId7" Type="http://schemas.openxmlformats.org/officeDocument/2006/relationships/hyperlink" Target="https://www.redhat.com/en/topics/devops/what-is-helm" TargetMode="External"/><Relationship Id="rId12" Type="http://schemas.openxmlformats.org/officeDocument/2006/relationships/image" Target="../media/image58.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s://helm.sh/docs/topics/charts/" TargetMode="External"/><Relationship Id="rId11" Type="http://schemas.openxmlformats.org/officeDocument/2006/relationships/hyperlink" Target="https://docs.nvidia.com/ai-enterprise/planning-resource/ai-factory-reference-design-for-government-white-paper/latest/gitops-controller.html" TargetMode="External"/><Relationship Id="rId5" Type="http://schemas.openxmlformats.org/officeDocument/2006/relationships/image" Target="../media/image56.png"/><Relationship Id="rId15" Type="http://schemas.openxmlformats.org/officeDocument/2006/relationships/hyperlink" Target="https://www.redhat.com/en/topics/devops/what-is-gitops" TargetMode="External"/><Relationship Id="rId10" Type="http://schemas.openxmlformats.org/officeDocument/2006/relationships/slide" Target="slide95.xml"/><Relationship Id="rId4" Type="http://schemas.openxmlformats.org/officeDocument/2006/relationships/image" Target="../media/image55.png"/><Relationship Id="rId9" Type="http://schemas.openxmlformats.org/officeDocument/2006/relationships/image" Target="../media/image57.png"/><Relationship Id="rId14" Type="http://schemas.openxmlformats.org/officeDocument/2006/relationships/hyperlink" Target="https://www.redhat.com/en/topics/automation/what-is-infrastructure-as-code-iac" TargetMode="External"/></Relationships>
</file>

<file path=ppt/slides/_rels/slide11.xml.rels><?xml version="1.0" encoding="UTF-8" standalone="yes"?>
<Relationships xmlns="http://schemas.openxmlformats.org/package/2006/relationships"><Relationship Id="rId8" Type="http://schemas.openxmlformats.org/officeDocument/2006/relationships/slide" Target="slide93.xml"/><Relationship Id="rId3" Type="http://schemas.openxmlformats.org/officeDocument/2006/relationships/hyperlink" Target="https://www.redhat.com/en/technologies/cloud-computing/openshift/red-hat-openshift-kubernetes?utm_source=chatgpt.com" TargetMode="External"/><Relationship Id="rId7"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0.png"/><Relationship Id="rId5" Type="http://schemas.openxmlformats.org/officeDocument/2006/relationships/hyperlink" Target="https://konghq.com/blog/learning-center/kubernetes-architecture" TargetMode="External"/><Relationship Id="rId10" Type="http://schemas.openxmlformats.org/officeDocument/2006/relationships/slide" Target="slide94.xml"/><Relationship Id="rId4" Type="http://schemas.openxmlformats.org/officeDocument/2006/relationships/image" Target="../media/image43.png"/><Relationship Id="rId9" Type="http://schemas.openxmlformats.org/officeDocument/2006/relationships/image" Target="../media/image62.png"/></Relationships>
</file>

<file path=ppt/slides/_rels/slide12.xml.rels><?xml version="1.0" encoding="UTF-8" standalone="yes"?>
<Relationships xmlns="http://schemas.openxmlformats.org/package/2006/relationships"><Relationship Id="rId3" Type="http://schemas.openxmlformats.org/officeDocument/2006/relationships/hyperlink" Target="https://www.redhat.com/en/ansible-collaborative"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73.png"/><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73.png"/><Relationship Id="rId4" Type="http://schemas.openxmlformats.org/officeDocument/2006/relationships/image" Target="../media/image7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hyperlink" Target="https://dlvn.sharepoint.com/:b:/r/sites/TECHNOLOGYD-HOME/Ti%20Liu%20%20Biu%20Mu/TECHNOLOGY%20ONLY/01.%20PUBLIC/01.%20ACTIVITIES/06.%20Projects/2025/SOA_Cloud/Gitlab/%5BGuideline%5D_Implementation_Gitlab_Security_Quality_Review_Draft_v0.1.pdf?csf=1&amp;web=1&amp;e=3hQQQO" TargetMode="External"/><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74.jpeg"/></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5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79.png"/></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hyperlink" Target="https://kubernetes.io/docs/tutorials/kubernetes-basics/explore/explore-intro/" TargetMode="External"/></Relationships>
</file>

<file path=ppt/slides/_rels/slide94.xml.rels><?xml version="1.0" encoding="UTF-8" standalone="yes"?>
<Relationships xmlns="http://schemas.openxmlformats.org/package/2006/relationships"><Relationship Id="rId3" Type="http://schemas.openxmlformats.org/officeDocument/2006/relationships/hyperlink" Target="https://kubernetes.io/docs/concepts/architecture/" TargetMode="External"/><Relationship Id="rId2" Type="http://schemas.openxmlformats.org/officeDocument/2006/relationships/notesSlide" Target="../notesSlides/notesSlide55.xml"/><Relationship Id="rId1" Type="http://schemas.openxmlformats.org/officeDocument/2006/relationships/slideLayout" Target="../slideLayouts/slideLayout4.xml"/><Relationship Id="rId5" Type="http://schemas.openxmlformats.org/officeDocument/2006/relationships/image" Target="../media/image85.png"/><Relationship Id="rId4" Type="http://schemas.openxmlformats.org/officeDocument/2006/relationships/image" Target="../media/image84.png"/></Relationships>
</file>

<file path=ppt/slides/_rels/slide95.xml.rels><?xml version="1.0" encoding="UTF-8" standalone="yes"?>
<Relationships xmlns="http://schemas.openxmlformats.org/package/2006/relationships"><Relationship Id="rId3" Type="http://schemas.openxmlformats.org/officeDocument/2006/relationships/hyperlink" Target="https://medium.com/@salwan.mohamed/mastering-kubernetes-openshift-resource-management-bca1221c22ab" TargetMode="External"/><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86.png"/></Relationships>
</file>

<file path=ppt/slides/_rels/slide96.xml.rels><?xml version="1.0" encoding="UTF-8" standalone="yes"?>
<Relationships xmlns="http://schemas.openxmlformats.org/package/2006/relationships"><Relationship Id="rId3" Type="http://schemas.openxmlformats.org/officeDocument/2006/relationships/hyperlink" Target="https://www.singlestore.com/blog/dzone-memsql-webinar-2-of-3-kubernetes-file-storage-configuration-and-secrets/" TargetMode="External"/><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87.png"/></Relationships>
</file>

<file path=ppt/slides/_rels/slide97.xml.rels><?xml version="1.0" encoding="UTF-8" standalone="yes"?>
<Relationships xmlns="http://schemas.openxmlformats.org/package/2006/relationships"><Relationship Id="rId3" Type="http://schemas.openxmlformats.org/officeDocument/2006/relationships/hyperlink" Target="https://www.golinuxcloud.com/kubernetes-sidecar-example/" TargetMode="External"/><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88.jpeg"/></Relationships>
</file>

<file path=ppt/slides/_rels/slide98.xml.rels><?xml version="1.0" encoding="UTF-8" standalone="yes"?>
<Relationships xmlns="http://schemas.openxmlformats.org/package/2006/relationships"><Relationship Id="rId3" Type="http://schemas.openxmlformats.org/officeDocument/2006/relationships/hyperlink" Target="https://medium.com/codex/communication-inside-a-kubernetes-pod-why-do-we-need-multi-container-pods-3d8d0d64c2c9" TargetMode="External"/><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image" Target="../media/image90.png"/><Relationship Id="rId5" Type="http://schemas.openxmlformats.org/officeDocument/2006/relationships/hyperlink" Target="https://aws.amazon.com/blogs/storage/persistent-storage-for-kubernetes/" TargetMode="External"/><Relationship Id="rId4" Type="http://schemas.openxmlformats.org/officeDocument/2006/relationships/image" Target="../media/image89.png"/></Relationships>
</file>

<file path=ppt/slides/_rels/slide99.xml.rels><?xml version="1.0" encoding="UTF-8" standalone="yes"?>
<Relationships xmlns="http://schemas.openxmlformats.org/package/2006/relationships"><Relationship Id="rId3" Type="http://schemas.openxmlformats.org/officeDocument/2006/relationships/hyperlink" Target="https://learncloudnative.com/blog/2020-11-11-kubernetes-volumes" TargetMode="External"/><Relationship Id="rId2" Type="http://schemas.openxmlformats.org/officeDocument/2006/relationships/notesSlide" Target="../notesSlides/notesSlide60.xml"/><Relationship Id="rId1" Type="http://schemas.openxmlformats.org/officeDocument/2006/relationships/slideLayout" Target="../slideLayouts/slideLayout4.xml"/><Relationship Id="rId4" Type="http://schemas.openxmlformats.org/officeDocument/2006/relationships/image" Target="../media/image91.png"/></Relationships>
</file>

<file path=ppt/slides/_rels/slide100.xml.rels><?xml version="1.0" encoding="UTF-8" standalone="yes"?>
<Relationships xmlns="http://schemas.openxmlformats.org/package/2006/relationships"><Relationship Id="rId3" Type="http://schemas.openxmlformats.org/officeDocument/2006/relationships/hyperlink" Target="https://aws.amazon.com/blogs/storage/persistent-storage-for-kubernetes/" TargetMode="External"/><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92.png"/></Relationships>
</file>

<file path=ppt/slides/_rels/slide10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5.png"/><Relationship Id="rId2" Type="http://schemas.openxmlformats.org/officeDocument/2006/relationships/notesSlide" Target="../notesSlides/notesSlide62.xml"/><Relationship Id="rId1" Type="http://schemas.openxmlformats.org/officeDocument/2006/relationships/slideLayout" Target="../slideLayouts/slideLayout4.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102.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56.png"/><Relationship Id="rId3" Type="http://schemas.openxmlformats.org/officeDocument/2006/relationships/image" Target="../media/image54.png"/><Relationship Id="rId7" Type="http://schemas.openxmlformats.org/officeDocument/2006/relationships/image" Target="../media/image43.png"/><Relationship Id="rId12" Type="http://schemas.openxmlformats.org/officeDocument/2006/relationships/image" Target="../media/image53.png"/><Relationship Id="rId17" Type="http://schemas.openxmlformats.org/officeDocument/2006/relationships/image" Target="../media/image59.png"/><Relationship Id="rId2" Type="http://schemas.openxmlformats.org/officeDocument/2006/relationships/notesSlide" Target="../notesSlides/notesSlide63.xml"/><Relationship Id="rId16"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image" Target="../media/image98.png"/><Relationship Id="rId11" Type="http://schemas.openxmlformats.org/officeDocument/2006/relationships/image" Target="../media/image51.png"/><Relationship Id="rId5" Type="http://schemas.openxmlformats.org/officeDocument/2006/relationships/image" Target="../media/image97.png"/><Relationship Id="rId15" Type="http://schemas.openxmlformats.org/officeDocument/2006/relationships/image" Target="../media/image60.png"/><Relationship Id="rId10" Type="http://schemas.openxmlformats.org/officeDocument/2006/relationships/image" Target="../media/image48.png"/><Relationship Id="rId4" Type="http://schemas.openxmlformats.org/officeDocument/2006/relationships/image" Target="../media/image96.png"/><Relationship Id="rId9" Type="http://schemas.openxmlformats.org/officeDocument/2006/relationships/image" Target="../media/image99.png"/><Relationship Id="rId14" Type="http://schemas.openxmlformats.org/officeDocument/2006/relationships/image" Target="../media/image100.pn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04E951F-ADFE-536F-ECEB-1E7FC5F41763}"/>
              </a:ext>
            </a:extLst>
          </p:cNvPr>
          <p:cNvSpPr>
            <a:spLocks noGrp="1"/>
          </p:cNvSpPr>
          <p:nvPr>
            <p:ph type="body" sz="quarter" idx="28"/>
          </p:nvPr>
        </p:nvSpPr>
        <p:spPr>
          <a:xfrm>
            <a:off x="1404620" y="2586269"/>
            <a:ext cx="9382760" cy="1685461"/>
          </a:xfrm>
        </p:spPr>
        <p:txBody>
          <a:bodyPr/>
          <a:lstStyle/>
          <a:p>
            <a:r>
              <a:rPr lang="en-US" sz="6000" dirty="0"/>
              <a:t>CI/CD </a:t>
            </a:r>
            <a:r>
              <a:rPr lang="vi-VN" sz="6000" dirty="0"/>
              <a:t>Guideline</a:t>
            </a:r>
            <a:endParaRPr lang="en-US" sz="6000" dirty="0"/>
          </a:p>
        </p:txBody>
      </p:sp>
    </p:spTree>
    <p:extLst>
      <p:ext uri="{BB962C8B-B14F-4D97-AF65-F5344CB8AC3E}">
        <p14:creationId xmlns:p14="http://schemas.microsoft.com/office/powerpoint/2010/main" val="1803315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7543B-271B-9EA7-3DE2-F4DB0B4CB71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EF9B85E-C776-5821-578F-DE1016D97B4D}"/>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B525BD73-9CEC-E6A8-C17E-644C9ECD17E6}"/>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D2D00ECE-BA17-7EB6-EA91-3B6DB3928493}"/>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Agenda</a:t>
            </a:r>
          </a:p>
        </p:txBody>
      </p:sp>
      <p:sp>
        <p:nvSpPr>
          <p:cNvPr id="2" name="TextBox 1">
            <a:extLst>
              <a:ext uri="{FF2B5EF4-FFF2-40B4-BE49-F238E27FC236}">
                <a16:creationId xmlns:a16="http://schemas.microsoft.com/office/drawing/2014/main" id="{13166406-2F53-3661-ABD3-B8FEFA4EC48F}"/>
              </a:ext>
            </a:extLst>
          </p:cNvPr>
          <p:cNvSpPr txBox="1"/>
          <p:nvPr/>
        </p:nvSpPr>
        <p:spPr>
          <a:xfrm>
            <a:off x="420624" y="1335024"/>
            <a:ext cx="5833648" cy="2246769"/>
          </a:xfrm>
          <a:prstGeom prst="rect">
            <a:avLst/>
          </a:prstGeom>
          <a:noFill/>
        </p:spPr>
        <p:txBody>
          <a:bodyPr wrap="none" rtlCol="0">
            <a:spAutoFit/>
          </a:bodyPr>
          <a:lstStyle/>
          <a:p>
            <a:pPr marL="742950" indent="-742950">
              <a:buAutoNum type="arabicPeriod"/>
            </a:pPr>
            <a:r>
              <a:rPr lang="vi-VN" sz="2800" dirty="0"/>
              <a:t>Workflow </a:t>
            </a:r>
            <a:r>
              <a:rPr lang="en-US" sz="2800" dirty="0"/>
              <a:t>&amp; </a:t>
            </a:r>
            <a:r>
              <a:rPr lang="vi-VN" sz="2800" dirty="0"/>
              <a:t>RACI</a:t>
            </a:r>
            <a:r>
              <a:rPr lang="en-US" sz="2800" dirty="0"/>
              <a:t> </a:t>
            </a:r>
            <a:r>
              <a:rPr lang="vi-VN" sz="2800" dirty="0"/>
              <a:t>Matrix</a:t>
            </a:r>
          </a:p>
          <a:p>
            <a:pPr marL="742950" indent="-742950">
              <a:buAutoNum type="arabicPeriod"/>
            </a:pPr>
            <a:r>
              <a:rPr lang="vi-VN" sz="2800" dirty="0"/>
              <a:t>Terminology</a:t>
            </a:r>
          </a:p>
          <a:p>
            <a:pPr marL="742950" indent="-742950">
              <a:buAutoNum type="arabicPeriod"/>
            </a:pPr>
            <a:r>
              <a:rPr lang="vi-VN" sz="2800" dirty="0"/>
              <a:t>Details Guideline for each step</a:t>
            </a:r>
          </a:p>
          <a:p>
            <a:pPr marL="742950" indent="-742950">
              <a:buAutoNum type="arabicPeriod"/>
            </a:pPr>
            <a:r>
              <a:rPr lang="vi-VN" sz="2800" dirty="0"/>
              <a:t>Frequently Problems</a:t>
            </a:r>
          </a:p>
          <a:p>
            <a:endParaRPr lang="en-US" sz="2800" dirty="0"/>
          </a:p>
        </p:txBody>
      </p:sp>
    </p:spTree>
    <p:extLst>
      <p:ext uri="{BB962C8B-B14F-4D97-AF65-F5344CB8AC3E}">
        <p14:creationId xmlns:p14="http://schemas.microsoft.com/office/powerpoint/2010/main" val="63243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D6C02-5C9D-185D-7002-72427EA1BFB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BEC4C85-893A-1734-C72A-A8752C0983C7}"/>
              </a:ext>
            </a:extLst>
          </p:cNvPr>
          <p:cNvSpPr>
            <a:spLocks noGrp="1"/>
          </p:cNvSpPr>
          <p:nvPr>
            <p:ph type="body" sz="quarter" idx="28"/>
          </p:nvPr>
        </p:nvSpPr>
        <p:spPr>
          <a:xfrm>
            <a:off x="1404620" y="2586269"/>
            <a:ext cx="9382760" cy="1685461"/>
          </a:xfrm>
        </p:spPr>
        <p:txBody>
          <a:bodyPr/>
          <a:lstStyle/>
          <a:p>
            <a:r>
              <a:rPr lang="vi-VN" sz="6000" dirty="0"/>
              <a:t>Workflow</a:t>
            </a:r>
            <a:endParaRPr lang="en-US" sz="6000" dirty="0"/>
          </a:p>
        </p:txBody>
      </p:sp>
    </p:spTree>
    <p:extLst>
      <p:ext uri="{BB962C8B-B14F-4D97-AF65-F5344CB8AC3E}">
        <p14:creationId xmlns:p14="http://schemas.microsoft.com/office/powerpoint/2010/main" val="568709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9BB4-E717-50B0-6D8F-7B8827EA6237}"/>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221D8091-E066-6897-A9D6-D214D903D1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41" y="1164902"/>
            <a:ext cx="11378517" cy="5254088"/>
          </a:xfrm>
          <a:prstGeom prst="rect">
            <a:avLst/>
          </a:prstGeom>
        </p:spPr>
      </p:pic>
      <p:sp>
        <p:nvSpPr>
          <p:cNvPr id="8" name="Slide Number Placeholder 5">
            <a:extLst>
              <a:ext uri="{FF2B5EF4-FFF2-40B4-BE49-F238E27FC236}">
                <a16:creationId xmlns:a16="http://schemas.microsoft.com/office/drawing/2014/main" id="{E6886D12-FF61-F970-ACF8-875A9B18C65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F86FCC43-E743-37A7-CF48-FA2276609B0D}"/>
              </a:ext>
            </a:extLst>
          </p:cNvPr>
          <p:cNvSpPr txBox="1">
            <a:spLocks/>
          </p:cNvSpPr>
          <p:nvPr/>
        </p:nvSpPr>
        <p:spPr>
          <a:xfrm>
            <a:off x="1272619" y="242059"/>
            <a:ext cx="6258419"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0878C206-887D-232B-7B64-F9D12CCCA696}"/>
              </a:ext>
            </a:extLst>
          </p:cNvPr>
          <p:cNvSpPr txBox="1"/>
          <p:nvPr/>
        </p:nvSpPr>
        <p:spPr>
          <a:xfrm>
            <a:off x="2168434" y="300122"/>
            <a:ext cx="5246780"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4000" b="0" i="0" u="none" strike="noStrike" kern="1200" cap="none" spc="0" normalizeH="0" baseline="0" noProof="0" dirty="0">
                <a:ln>
                  <a:noFill/>
                </a:ln>
                <a:solidFill>
                  <a:prstClr val="black"/>
                </a:solidFill>
                <a:effectLst/>
                <a:uLnTx/>
                <a:uFillTx/>
                <a:latin typeface="Calibri" panose="020F0502020204030204"/>
                <a:ea typeface="+mn-ea"/>
                <a:cs typeface="+mn-cs"/>
              </a:rPr>
              <a:t>Workflow</a:t>
            </a: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&amp; RACI Matrix</a:t>
            </a:r>
          </a:p>
        </p:txBody>
      </p:sp>
      <p:grpSp>
        <p:nvGrpSpPr>
          <p:cNvPr id="22" name="Group 21">
            <a:extLst>
              <a:ext uri="{FF2B5EF4-FFF2-40B4-BE49-F238E27FC236}">
                <a16:creationId xmlns:a16="http://schemas.microsoft.com/office/drawing/2014/main" id="{5B82BBB3-4875-CB82-06AB-A6BA888F8D89}"/>
              </a:ext>
            </a:extLst>
          </p:cNvPr>
          <p:cNvGrpSpPr/>
          <p:nvPr/>
        </p:nvGrpSpPr>
        <p:grpSpPr>
          <a:xfrm>
            <a:off x="7970489" y="188332"/>
            <a:ext cx="1668463" cy="887688"/>
            <a:chOff x="9090258" y="107197"/>
            <a:chExt cx="1668463" cy="887688"/>
          </a:xfrm>
        </p:grpSpPr>
        <p:pic>
          <p:nvPicPr>
            <p:cNvPr id="19" name="Picture 18">
              <a:extLst>
                <a:ext uri="{FF2B5EF4-FFF2-40B4-BE49-F238E27FC236}">
                  <a16:creationId xmlns:a16="http://schemas.microsoft.com/office/drawing/2014/main" id="{1510AD47-4B19-681C-7D82-64B36007E198}"/>
                </a:ext>
              </a:extLst>
            </p:cNvPr>
            <p:cNvPicPr>
              <a:picLocks noChangeAspect="1"/>
            </p:cNvPicPr>
            <p:nvPr/>
          </p:nvPicPr>
          <p:blipFill>
            <a:blip r:embed="rId4"/>
            <a:srcRect t="4176" b="9821"/>
            <a:stretch>
              <a:fillRect/>
            </a:stretch>
          </p:blipFill>
          <p:spPr>
            <a:xfrm>
              <a:off x="9121185" y="107197"/>
              <a:ext cx="1613489" cy="749002"/>
            </a:xfrm>
            <a:prstGeom prst="rect">
              <a:avLst/>
            </a:prstGeom>
          </p:spPr>
        </p:pic>
        <p:sp>
          <p:nvSpPr>
            <p:cNvPr id="20" name="TextBox 19">
              <a:extLst>
                <a:ext uri="{FF2B5EF4-FFF2-40B4-BE49-F238E27FC236}">
                  <a16:creationId xmlns:a16="http://schemas.microsoft.com/office/drawing/2014/main" id="{44560CA2-A5AB-0D68-B559-1E690253A31D}"/>
                </a:ext>
              </a:extLst>
            </p:cNvPr>
            <p:cNvSpPr txBox="1"/>
            <p:nvPr/>
          </p:nvSpPr>
          <p:spPr>
            <a:xfrm>
              <a:off x="9090258" y="794830"/>
              <a:ext cx="622286" cy="200055"/>
            </a:xfrm>
            <a:prstGeom prst="rect">
              <a:avLst/>
            </a:prstGeom>
            <a:noFill/>
          </p:spPr>
          <p:txBody>
            <a:bodyPr wrap="none" rtlCol="0">
              <a:spAutoFit/>
            </a:bodyPr>
            <a:lstStyle/>
            <a:p>
              <a:r>
                <a:rPr lang="en-US" sz="700" dirty="0"/>
                <a:t>Responsible</a:t>
              </a:r>
            </a:p>
          </p:txBody>
        </p:sp>
        <p:sp>
          <p:nvSpPr>
            <p:cNvPr id="21" name="TextBox 20">
              <a:extLst>
                <a:ext uri="{FF2B5EF4-FFF2-40B4-BE49-F238E27FC236}">
                  <a16:creationId xmlns:a16="http://schemas.microsoft.com/office/drawing/2014/main" id="{51859C37-C4AD-BAD6-648B-D7F137F73DFB}"/>
                </a:ext>
              </a:extLst>
            </p:cNvPr>
            <p:cNvSpPr txBox="1"/>
            <p:nvPr/>
          </p:nvSpPr>
          <p:spPr>
            <a:xfrm>
              <a:off x="10206967" y="785711"/>
              <a:ext cx="551754" cy="200055"/>
            </a:xfrm>
            <a:prstGeom prst="rect">
              <a:avLst/>
            </a:prstGeom>
            <a:noFill/>
          </p:spPr>
          <p:txBody>
            <a:bodyPr wrap="none" rtlCol="0">
              <a:spAutoFit/>
            </a:bodyPr>
            <a:lstStyle/>
            <a:p>
              <a:r>
                <a:rPr lang="en-US" sz="700" dirty="0"/>
                <a:t>Consulted</a:t>
              </a:r>
            </a:p>
          </p:txBody>
        </p:sp>
      </p:grpSp>
      <p:grpSp>
        <p:nvGrpSpPr>
          <p:cNvPr id="28" name="Group 27">
            <a:extLst>
              <a:ext uri="{FF2B5EF4-FFF2-40B4-BE49-F238E27FC236}">
                <a16:creationId xmlns:a16="http://schemas.microsoft.com/office/drawing/2014/main" id="{34AD9216-ED6E-0233-5D49-94981E6FD726}"/>
              </a:ext>
            </a:extLst>
          </p:cNvPr>
          <p:cNvGrpSpPr/>
          <p:nvPr/>
        </p:nvGrpSpPr>
        <p:grpSpPr>
          <a:xfrm>
            <a:off x="9682574" y="188332"/>
            <a:ext cx="1217426" cy="749002"/>
            <a:chOff x="7561877" y="240769"/>
            <a:chExt cx="1217426" cy="749002"/>
          </a:xfrm>
        </p:grpSpPr>
        <p:pic>
          <p:nvPicPr>
            <p:cNvPr id="24" name="Picture 23">
              <a:extLst>
                <a:ext uri="{FF2B5EF4-FFF2-40B4-BE49-F238E27FC236}">
                  <a16:creationId xmlns:a16="http://schemas.microsoft.com/office/drawing/2014/main" id="{AD871E78-E97D-E55F-43E6-CEA81FEB59C3}"/>
                </a:ext>
              </a:extLst>
            </p:cNvPr>
            <p:cNvPicPr>
              <a:picLocks noChangeAspect="1"/>
            </p:cNvPicPr>
            <p:nvPr/>
          </p:nvPicPr>
          <p:blipFill>
            <a:blip r:embed="rId5"/>
            <a:stretch>
              <a:fillRect/>
            </a:stretch>
          </p:blipFill>
          <p:spPr>
            <a:xfrm>
              <a:off x="7561877" y="242059"/>
              <a:ext cx="237672" cy="747712"/>
            </a:xfrm>
            <a:prstGeom prst="rect">
              <a:avLst/>
            </a:prstGeom>
          </p:spPr>
        </p:pic>
        <p:sp>
          <p:nvSpPr>
            <p:cNvPr id="25" name="TextBox 24">
              <a:extLst>
                <a:ext uri="{FF2B5EF4-FFF2-40B4-BE49-F238E27FC236}">
                  <a16:creationId xmlns:a16="http://schemas.microsoft.com/office/drawing/2014/main" id="{8A8F4E34-8777-5161-825C-A8E3403007F7}"/>
                </a:ext>
              </a:extLst>
            </p:cNvPr>
            <p:cNvSpPr txBox="1"/>
            <p:nvPr/>
          </p:nvSpPr>
          <p:spPr>
            <a:xfrm>
              <a:off x="7799548" y="240769"/>
              <a:ext cx="562113" cy="200055"/>
            </a:xfrm>
            <a:prstGeom prst="rect">
              <a:avLst/>
            </a:prstGeom>
            <a:noFill/>
          </p:spPr>
          <p:txBody>
            <a:bodyPr wrap="square" rtlCol="0">
              <a:spAutoFit/>
            </a:bodyPr>
            <a:lstStyle/>
            <a:p>
              <a:r>
                <a:rPr lang="en-US" sz="700" dirty="0"/>
                <a:t>Developer</a:t>
              </a:r>
            </a:p>
          </p:txBody>
        </p:sp>
        <p:sp>
          <p:nvSpPr>
            <p:cNvPr id="26" name="TextBox 25">
              <a:extLst>
                <a:ext uri="{FF2B5EF4-FFF2-40B4-BE49-F238E27FC236}">
                  <a16:creationId xmlns:a16="http://schemas.microsoft.com/office/drawing/2014/main" id="{521028BF-428E-3965-BCD5-8A354196421E}"/>
                </a:ext>
              </a:extLst>
            </p:cNvPr>
            <p:cNvSpPr txBox="1"/>
            <p:nvPr/>
          </p:nvSpPr>
          <p:spPr>
            <a:xfrm>
              <a:off x="7799548" y="508836"/>
              <a:ext cx="926857" cy="200055"/>
            </a:xfrm>
            <a:prstGeom prst="rect">
              <a:avLst/>
            </a:prstGeom>
            <a:noFill/>
          </p:spPr>
          <p:txBody>
            <a:bodyPr wrap="none" rtlCol="0">
              <a:spAutoFit/>
            </a:bodyPr>
            <a:lstStyle/>
            <a:p>
              <a:r>
                <a:rPr lang="en-US" sz="700" dirty="0"/>
                <a:t>System Architecture</a:t>
              </a:r>
            </a:p>
          </p:txBody>
        </p:sp>
        <p:sp>
          <p:nvSpPr>
            <p:cNvPr id="27" name="TextBox 26">
              <a:extLst>
                <a:ext uri="{FF2B5EF4-FFF2-40B4-BE49-F238E27FC236}">
                  <a16:creationId xmlns:a16="http://schemas.microsoft.com/office/drawing/2014/main" id="{2BD3CB41-6896-A428-1215-645D06AE2E90}"/>
                </a:ext>
              </a:extLst>
            </p:cNvPr>
            <p:cNvSpPr txBox="1"/>
            <p:nvPr/>
          </p:nvSpPr>
          <p:spPr>
            <a:xfrm>
              <a:off x="7799548" y="788454"/>
              <a:ext cx="979755" cy="200055"/>
            </a:xfrm>
            <a:prstGeom prst="rect">
              <a:avLst/>
            </a:prstGeom>
            <a:noFill/>
          </p:spPr>
          <p:txBody>
            <a:bodyPr wrap="none" rtlCol="0">
              <a:spAutoFit/>
            </a:bodyPr>
            <a:lstStyle/>
            <a:p>
              <a:r>
                <a:rPr lang="en-US" sz="700" dirty="0"/>
                <a:t>System Administrator</a:t>
              </a:r>
            </a:p>
          </p:txBody>
        </p:sp>
      </p:grpSp>
      <mc:AlternateContent xmlns:mc="http://schemas.openxmlformats.org/markup-compatibility/2006">
        <mc:Choice xmlns:pslz="http://schemas.microsoft.com/office/powerpoint/2016/slidezoom" Requires="pslz">
          <p:graphicFrame>
            <p:nvGraphicFramePr>
              <p:cNvPr id="39" name="Slide Zoom 38">
                <a:extLst>
                  <a:ext uri="{FF2B5EF4-FFF2-40B4-BE49-F238E27FC236}">
                    <a16:creationId xmlns:a16="http://schemas.microsoft.com/office/drawing/2014/main" id="{827D1C2B-66A7-BED8-5B7A-24A29F7B26D7}"/>
                  </a:ext>
                </a:extLst>
              </p:cNvPr>
              <p:cNvGraphicFramePr>
                <a:graphicFrameLocks noChangeAspect="1"/>
              </p:cNvGraphicFramePr>
              <p:nvPr>
                <p:extLst>
                  <p:ext uri="{D42A27DB-BD31-4B8C-83A1-F6EECF244321}">
                    <p14:modId xmlns:p14="http://schemas.microsoft.com/office/powerpoint/2010/main" val="701874901"/>
                  </p:ext>
                </p:extLst>
              </p:nvPr>
            </p:nvGraphicFramePr>
            <p:xfrm flipH="1">
              <a:off x="941554" y="1569720"/>
              <a:ext cx="233678" cy="131444"/>
            </p:xfrm>
            <a:graphic>
              <a:graphicData uri="http://schemas.microsoft.com/office/powerpoint/2016/slidezoom">
                <pslz:sldZm>
                  <pslz:sldZmObj sldId="2147473863" cId="3232116809">
                    <pslz:zmPr id="{0F134887-6365-4672-9860-1BA5E3619039}" transitionDur="1000">
                      <p166:blipFill xmlns:p166="http://schemas.microsoft.com/office/powerpoint/2016/6/main">
                        <a:blip r:embed="rId6"/>
                        <a:stretch>
                          <a:fillRect/>
                        </a:stretch>
                      </p166:blipFill>
                      <p166:spPr xmlns:p166="http://schemas.microsoft.com/office/powerpoint/2016/6/main">
                        <a:xfrm flipH="1">
                          <a:off x="0" y="0"/>
                          <a:ext cx="233678" cy="131444"/>
                        </a:xfrm>
                        <a:prstGeom prst="rect">
                          <a:avLst/>
                        </a:prstGeom>
                        <a:noFill/>
                        <a:ln w="3175">
                          <a:noFill/>
                        </a:ln>
                      </p166:spPr>
                    </pslz:zmPr>
                  </pslz:sldZmObj>
                </pslz:sldZm>
              </a:graphicData>
            </a:graphic>
          </p:graphicFrame>
        </mc:Choice>
        <mc:Fallback>
          <p:pic>
            <p:nvPicPr>
              <p:cNvPr id="39" name="Slide Zoom 38">
                <a:hlinkClick r:id="rId7" action="ppaction://hlinksldjump"/>
                <a:extLst>
                  <a:ext uri="{FF2B5EF4-FFF2-40B4-BE49-F238E27FC236}">
                    <a16:creationId xmlns:a16="http://schemas.microsoft.com/office/drawing/2014/main" id="{827D1C2B-66A7-BED8-5B7A-24A29F7B26D7}"/>
                  </a:ext>
                </a:extLst>
              </p:cNvPr>
              <p:cNvPicPr>
                <a:picLocks noGrp="1" noRot="1" noChangeAspect="1" noMove="1" noResize="1" noEditPoints="1" noAdjustHandles="1" noChangeArrowheads="1" noChangeShapeType="1"/>
              </p:cNvPicPr>
              <p:nvPr/>
            </p:nvPicPr>
            <p:blipFill>
              <a:blip r:embed="rId6"/>
              <a:stretch>
                <a:fillRect/>
              </a:stretch>
            </p:blipFill>
            <p:spPr>
              <a:xfrm flipH="1">
                <a:off x="941554" y="1569720"/>
                <a:ext cx="233678" cy="131444"/>
              </a:xfrm>
              <a:prstGeom prst="rect">
                <a:avLst/>
              </a:prstGeom>
              <a:noFill/>
              <a:ln w="3175">
                <a:noFill/>
              </a:ln>
            </p:spPr>
          </p:pic>
        </mc:Fallback>
      </mc:AlternateContent>
      <mc:AlternateContent xmlns:mc="http://schemas.openxmlformats.org/markup-compatibility/2006">
        <mc:Choice xmlns:pslz="http://schemas.microsoft.com/office/powerpoint/2016/slidezoom" Requires="pslz">
          <p:graphicFrame>
            <p:nvGraphicFramePr>
              <p:cNvPr id="42" name="Slide Zoom 41">
                <a:extLst>
                  <a:ext uri="{FF2B5EF4-FFF2-40B4-BE49-F238E27FC236}">
                    <a16:creationId xmlns:a16="http://schemas.microsoft.com/office/drawing/2014/main" id="{AD4A7547-5DCE-1604-C1FB-3194B20384EC}"/>
                  </a:ext>
                </a:extLst>
              </p:cNvPr>
              <p:cNvGraphicFramePr>
                <a:graphicFrameLocks noChangeAspect="1"/>
              </p:cNvGraphicFramePr>
              <p:nvPr>
                <p:extLst>
                  <p:ext uri="{D42A27DB-BD31-4B8C-83A1-F6EECF244321}">
                    <p14:modId xmlns:p14="http://schemas.microsoft.com/office/powerpoint/2010/main" val="3693952185"/>
                  </p:ext>
                </p:extLst>
              </p:nvPr>
            </p:nvGraphicFramePr>
            <p:xfrm>
              <a:off x="921741" y="2426970"/>
              <a:ext cx="227584" cy="128016"/>
            </p:xfrm>
            <a:graphic>
              <a:graphicData uri="http://schemas.microsoft.com/office/powerpoint/2016/slidezoom">
                <pslz:sldZm>
                  <pslz:sldZmObj sldId="2147473912" cId="681170978">
                    <pslz:zmPr id="{B0272BA7-8120-470D-8C81-DF38241F0678}" returnToParent="0" transitionDur="1000">
                      <p166:blipFill xmlns:p166="http://schemas.microsoft.com/office/powerpoint/2016/6/main">
                        <a:blip r:embed="rId8"/>
                        <a:stretch>
                          <a:fillRect/>
                        </a:stretch>
                      </p166:blipFill>
                      <p166:spPr xmlns:p166="http://schemas.microsoft.com/office/powerpoint/2016/6/main">
                        <a:xfrm>
                          <a:off x="0" y="0"/>
                          <a:ext cx="227584" cy="128016"/>
                        </a:xfrm>
                        <a:prstGeom prst="rect">
                          <a:avLst/>
                        </a:prstGeom>
                        <a:ln>
                          <a:noFill/>
                        </a:ln>
                      </p166:spPr>
                    </pslz:zmPr>
                  </pslz:sldZmObj>
                </pslz:sldZm>
              </a:graphicData>
            </a:graphic>
          </p:graphicFrame>
        </mc:Choice>
        <mc:Fallback>
          <p:pic>
            <p:nvPicPr>
              <p:cNvPr id="42" name="Slide Zoom 41">
                <a:hlinkClick r:id="rId9" action="ppaction://hlinksldjump"/>
                <a:extLst>
                  <a:ext uri="{FF2B5EF4-FFF2-40B4-BE49-F238E27FC236}">
                    <a16:creationId xmlns:a16="http://schemas.microsoft.com/office/drawing/2014/main" id="{AD4A7547-5DCE-1604-C1FB-3194B20384EC}"/>
                  </a:ext>
                </a:extLst>
              </p:cNvPr>
              <p:cNvPicPr>
                <a:picLocks noGrp="1" noRot="1" noChangeAspect="1" noMove="1" noResize="1" noEditPoints="1" noAdjustHandles="1" noChangeArrowheads="1" noChangeShapeType="1"/>
              </p:cNvPicPr>
              <p:nvPr/>
            </p:nvPicPr>
            <p:blipFill>
              <a:blip r:embed="rId8"/>
              <a:stretch>
                <a:fillRect/>
              </a:stretch>
            </p:blipFill>
            <p:spPr>
              <a:xfrm>
                <a:off x="921741" y="2426970"/>
                <a:ext cx="227584" cy="128016"/>
              </a:xfrm>
              <a:prstGeom prst="rect">
                <a:avLst/>
              </a:prstGeom>
              <a:ln>
                <a:noFill/>
              </a:ln>
            </p:spPr>
          </p:pic>
        </mc:Fallback>
      </mc:AlternateContent>
      <mc:AlternateContent xmlns:mc="http://schemas.openxmlformats.org/markup-compatibility/2006">
        <mc:Choice xmlns:pslz="http://schemas.microsoft.com/office/powerpoint/2016/slidezoom" Requires="pslz">
          <p:graphicFrame>
            <p:nvGraphicFramePr>
              <p:cNvPr id="44" name="Slide Zoom 43">
                <a:extLst>
                  <a:ext uri="{FF2B5EF4-FFF2-40B4-BE49-F238E27FC236}">
                    <a16:creationId xmlns:a16="http://schemas.microsoft.com/office/drawing/2014/main" id="{1F13D39C-BF86-7489-E83D-6342E3E00868}"/>
                  </a:ext>
                </a:extLst>
              </p:cNvPr>
              <p:cNvGraphicFramePr>
                <a:graphicFrameLocks noChangeAspect="1"/>
              </p:cNvGraphicFramePr>
              <p:nvPr>
                <p:extLst>
                  <p:ext uri="{D42A27DB-BD31-4B8C-83A1-F6EECF244321}">
                    <p14:modId xmlns:p14="http://schemas.microsoft.com/office/powerpoint/2010/main" val="2773628373"/>
                  </p:ext>
                </p:extLst>
              </p:nvPr>
            </p:nvGraphicFramePr>
            <p:xfrm>
              <a:off x="921741" y="3300984"/>
              <a:ext cx="227584" cy="128016"/>
            </p:xfrm>
            <a:graphic>
              <a:graphicData uri="http://schemas.microsoft.com/office/powerpoint/2016/slidezoom">
                <pslz:sldZm>
                  <pslz:sldZmObj sldId="2147473929" cId="1525215036">
                    <pslz:zmPr id="{663E6873-7731-428C-8DE7-49E39D06E480}" returnToParent="0" transitionDur="1000">
                      <p166:blipFill xmlns:p166="http://schemas.microsoft.com/office/powerpoint/2016/6/main">
                        <a:blip r:embed="rId1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44" name="Slide Zoom 43">
                <a:hlinkClick r:id="rId11" action="ppaction://hlinksldjump"/>
                <a:extLst>
                  <a:ext uri="{FF2B5EF4-FFF2-40B4-BE49-F238E27FC236}">
                    <a16:creationId xmlns:a16="http://schemas.microsoft.com/office/drawing/2014/main" id="{1F13D39C-BF86-7489-E83D-6342E3E00868}"/>
                  </a:ext>
                </a:extLst>
              </p:cNvPr>
              <p:cNvPicPr>
                <a:picLocks noGrp="1" noRot="1" noChangeAspect="1" noMove="1" noResize="1" noEditPoints="1" noAdjustHandles="1" noChangeArrowheads="1" noChangeShapeType="1"/>
              </p:cNvPicPr>
              <p:nvPr/>
            </p:nvPicPr>
            <p:blipFill>
              <a:blip r:embed="rId10"/>
              <a:stretch>
                <a:fillRect/>
              </a:stretch>
            </p:blipFill>
            <p:spPr>
              <a:xfrm>
                <a:off x="921741" y="3300984"/>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46" name="Slide Zoom 45">
                <a:extLst>
                  <a:ext uri="{FF2B5EF4-FFF2-40B4-BE49-F238E27FC236}">
                    <a16:creationId xmlns:a16="http://schemas.microsoft.com/office/drawing/2014/main" id="{9FF6CA47-1103-1360-13CC-61EDDB979E4A}"/>
                  </a:ext>
                </a:extLst>
              </p:cNvPr>
              <p:cNvGraphicFramePr>
                <a:graphicFrameLocks noChangeAspect="1"/>
              </p:cNvGraphicFramePr>
              <p:nvPr>
                <p:extLst>
                  <p:ext uri="{D42A27DB-BD31-4B8C-83A1-F6EECF244321}">
                    <p14:modId xmlns:p14="http://schemas.microsoft.com/office/powerpoint/2010/main" val="4069146577"/>
                  </p:ext>
                </p:extLst>
              </p:nvPr>
            </p:nvGraphicFramePr>
            <p:xfrm>
              <a:off x="921741" y="4136898"/>
              <a:ext cx="227584" cy="128016"/>
            </p:xfrm>
            <a:graphic>
              <a:graphicData uri="http://schemas.microsoft.com/office/powerpoint/2016/slidezoom">
                <pslz:sldZm>
                  <pslz:sldZmObj sldId="2147473874" cId="2313508777">
                    <pslz:zmPr id="{D664BD5A-00A6-48BC-A604-E9D88F4B224F}" returnToParent="0" transitionDur="1000">
                      <p166:blipFill xmlns:p166="http://schemas.microsoft.com/office/powerpoint/2016/6/main">
                        <a:blip r:embed="rId1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46" name="Slide Zoom 45">
                <a:hlinkClick r:id="rId13" action="ppaction://hlinksldjump"/>
                <a:extLst>
                  <a:ext uri="{FF2B5EF4-FFF2-40B4-BE49-F238E27FC236}">
                    <a16:creationId xmlns:a16="http://schemas.microsoft.com/office/drawing/2014/main" id="{9FF6CA47-1103-1360-13CC-61EDDB979E4A}"/>
                  </a:ext>
                </a:extLst>
              </p:cNvPr>
              <p:cNvPicPr>
                <a:picLocks noGrp="1" noRot="1" noChangeAspect="1" noMove="1" noResize="1" noEditPoints="1" noAdjustHandles="1" noChangeArrowheads="1" noChangeShapeType="1"/>
              </p:cNvPicPr>
              <p:nvPr/>
            </p:nvPicPr>
            <p:blipFill>
              <a:blip r:embed="rId12"/>
              <a:stretch>
                <a:fillRect/>
              </a:stretch>
            </p:blipFill>
            <p:spPr>
              <a:xfrm>
                <a:off x="921741" y="4136898"/>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48" name="Slide Zoom 47">
                <a:extLst>
                  <a:ext uri="{FF2B5EF4-FFF2-40B4-BE49-F238E27FC236}">
                    <a16:creationId xmlns:a16="http://schemas.microsoft.com/office/drawing/2014/main" id="{561BB44B-8B13-2D43-DCA5-3D83881209B7}"/>
                  </a:ext>
                </a:extLst>
              </p:cNvPr>
              <p:cNvGraphicFramePr>
                <a:graphicFrameLocks noChangeAspect="1"/>
              </p:cNvGraphicFramePr>
              <p:nvPr>
                <p:extLst>
                  <p:ext uri="{D42A27DB-BD31-4B8C-83A1-F6EECF244321}">
                    <p14:modId xmlns:p14="http://schemas.microsoft.com/office/powerpoint/2010/main" val="2423742389"/>
                  </p:ext>
                </p:extLst>
              </p:nvPr>
            </p:nvGraphicFramePr>
            <p:xfrm>
              <a:off x="920954" y="4988052"/>
              <a:ext cx="227584" cy="128016"/>
            </p:xfrm>
            <a:graphic>
              <a:graphicData uri="http://schemas.microsoft.com/office/powerpoint/2016/slidezoom">
                <pslz:sldZm>
                  <pslz:sldZmObj sldId="2147473876" cId="2778469536">
                    <pslz:zmPr id="{A937B9C0-F013-475C-ACB7-44DA7F1B5195}" returnToParent="0" transitionDur="1000">
                      <p166:blipFill xmlns:p166="http://schemas.microsoft.com/office/powerpoint/2016/6/main">
                        <a:blip r:embed="rId1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48" name="Slide Zoom 47">
                <a:hlinkClick r:id="rId15" action="ppaction://hlinksldjump"/>
                <a:extLst>
                  <a:ext uri="{FF2B5EF4-FFF2-40B4-BE49-F238E27FC236}">
                    <a16:creationId xmlns:a16="http://schemas.microsoft.com/office/drawing/2014/main" id="{561BB44B-8B13-2D43-DCA5-3D83881209B7}"/>
                  </a:ext>
                </a:extLst>
              </p:cNvPr>
              <p:cNvPicPr>
                <a:picLocks noGrp="1" noRot="1" noChangeAspect="1" noMove="1" noResize="1" noEditPoints="1" noAdjustHandles="1" noChangeArrowheads="1" noChangeShapeType="1"/>
              </p:cNvPicPr>
              <p:nvPr/>
            </p:nvPicPr>
            <p:blipFill>
              <a:blip r:embed="rId14"/>
              <a:stretch>
                <a:fillRect/>
              </a:stretch>
            </p:blipFill>
            <p:spPr>
              <a:xfrm>
                <a:off x="920954" y="4988052"/>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0" name="Slide Zoom 49">
                <a:extLst>
                  <a:ext uri="{FF2B5EF4-FFF2-40B4-BE49-F238E27FC236}">
                    <a16:creationId xmlns:a16="http://schemas.microsoft.com/office/drawing/2014/main" id="{919A93B1-6F1A-6E00-ED89-EDDF83B92019}"/>
                  </a:ext>
                </a:extLst>
              </p:cNvPr>
              <p:cNvGraphicFramePr>
                <a:graphicFrameLocks noChangeAspect="1"/>
              </p:cNvGraphicFramePr>
              <p:nvPr>
                <p:extLst>
                  <p:ext uri="{D42A27DB-BD31-4B8C-83A1-F6EECF244321}">
                    <p14:modId xmlns:p14="http://schemas.microsoft.com/office/powerpoint/2010/main" val="1654953198"/>
                  </p:ext>
                </p:extLst>
              </p:nvPr>
            </p:nvGraphicFramePr>
            <p:xfrm>
              <a:off x="1986570" y="1569720"/>
              <a:ext cx="227584" cy="128016"/>
            </p:xfrm>
            <a:graphic>
              <a:graphicData uri="http://schemas.microsoft.com/office/powerpoint/2016/slidezoom">
                <pslz:sldZm>
                  <pslz:sldZmObj sldId="2147473931" cId="1118667614">
                    <pslz:zmPr id="{96847594-0775-41C4-98AF-980E7DBC076F}" returnToParent="0" transitionDur="1000">
                      <p166:blipFill xmlns:p166="http://schemas.microsoft.com/office/powerpoint/2016/6/main">
                        <a:blip r:embed="rId1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50" name="Slide Zoom 49">
                <a:hlinkClick r:id="rId17" action="ppaction://hlinksldjump"/>
                <a:extLst>
                  <a:ext uri="{FF2B5EF4-FFF2-40B4-BE49-F238E27FC236}">
                    <a16:creationId xmlns:a16="http://schemas.microsoft.com/office/drawing/2014/main" id="{919A93B1-6F1A-6E00-ED89-EDDF83B92019}"/>
                  </a:ext>
                </a:extLst>
              </p:cNvPr>
              <p:cNvPicPr>
                <a:picLocks noGrp="1" noRot="1" noChangeAspect="1" noMove="1" noResize="1" noEditPoints="1" noAdjustHandles="1" noChangeArrowheads="1" noChangeShapeType="1"/>
              </p:cNvPicPr>
              <p:nvPr/>
            </p:nvPicPr>
            <p:blipFill>
              <a:blip r:embed="rId16"/>
              <a:stretch>
                <a:fillRect/>
              </a:stretch>
            </p:blipFill>
            <p:spPr>
              <a:xfrm>
                <a:off x="1986570"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2" name="Slide Zoom 51">
                <a:extLst>
                  <a:ext uri="{FF2B5EF4-FFF2-40B4-BE49-F238E27FC236}">
                    <a16:creationId xmlns:a16="http://schemas.microsoft.com/office/drawing/2014/main" id="{CB5E065E-F3F8-FF05-7B00-3AF687490F36}"/>
                  </a:ext>
                </a:extLst>
              </p:cNvPr>
              <p:cNvGraphicFramePr>
                <a:graphicFrameLocks noChangeAspect="1"/>
              </p:cNvGraphicFramePr>
              <p:nvPr>
                <p:extLst>
                  <p:ext uri="{D42A27DB-BD31-4B8C-83A1-F6EECF244321}">
                    <p14:modId xmlns:p14="http://schemas.microsoft.com/office/powerpoint/2010/main" val="999723086"/>
                  </p:ext>
                </p:extLst>
              </p:nvPr>
            </p:nvGraphicFramePr>
            <p:xfrm>
              <a:off x="1986062" y="2426970"/>
              <a:ext cx="227584" cy="128016"/>
            </p:xfrm>
            <a:graphic>
              <a:graphicData uri="http://schemas.microsoft.com/office/powerpoint/2016/slidezoom">
                <pslz:sldZm>
                  <pslz:sldZmObj sldId="2147473872" cId="1870314259">
                    <pslz:zmPr id="{8D003C3F-B818-4630-9809-4E72B6C84EB1}" returnToParent="0" transitionDur="1000">
                      <p166:blipFill xmlns:p166="http://schemas.microsoft.com/office/powerpoint/2016/6/main">
                        <a:blip r:embed="rId1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52" name="Slide Zoom 51">
                <a:hlinkClick r:id="rId19" action="ppaction://hlinksldjump"/>
                <a:extLst>
                  <a:ext uri="{FF2B5EF4-FFF2-40B4-BE49-F238E27FC236}">
                    <a16:creationId xmlns:a16="http://schemas.microsoft.com/office/drawing/2014/main" id="{CB5E065E-F3F8-FF05-7B00-3AF687490F36}"/>
                  </a:ext>
                </a:extLst>
              </p:cNvPr>
              <p:cNvPicPr>
                <a:picLocks noGrp="1" noRot="1" noChangeAspect="1" noMove="1" noResize="1" noEditPoints="1" noAdjustHandles="1" noChangeArrowheads="1" noChangeShapeType="1"/>
              </p:cNvPicPr>
              <p:nvPr/>
            </p:nvPicPr>
            <p:blipFill>
              <a:blip r:embed="rId18"/>
              <a:stretch>
                <a:fillRect/>
              </a:stretch>
            </p:blipFill>
            <p:spPr>
              <a:xfrm>
                <a:off x="1986062"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4" name="Slide Zoom 53">
                <a:extLst>
                  <a:ext uri="{FF2B5EF4-FFF2-40B4-BE49-F238E27FC236}">
                    <a16:creationId xmlns:a16="http://schemas.microsoft.com/office/drawing/2014/main" id="{7B2BA1CD-C689-E0AB-CA28-ECAC9DC46F15}"/>
                  </a:ext>
                </a:extLst>
              </p:cNvPr>
              <p:cNvGraphicFramePr>
                <a:graphicFrameLocks noChangeAspect="1"/>
              </p:cNvGraphicFramePr>
              <p:nvPr>
                <p:extLst>
                  <p:ext uri="{D42A27DB-BD31-4B8C-83A1-F6EECF244321}">
                    <p14:modId xmlns:p14="http://schemas.microsoft.com/office/powerpoint/2010/main" val="3192677612"/>
                  </p:ext>
                </p:extLst>
              </p:nvPr>
            </p:nvGraphicFramePr>
            <p:xfrm>
              <a:off x="1986062" y="3268980"/>
              <a:ext cx="227584" cy="128016"/>
            </p:xfrm>
            <a:graphic>
              <a:graphicData uri="http://schemas.microsoft.com/office/powerpoint/2016/slidezoom">
                <pslz:sldZm>
                  <pslz:sldZmObj sldId="2147473877" cId="41307353">
                    <pslz:zmPr id="{027A1D21-AA75-4EE8-807B-F6DE8B882146}" returnToParent="0" transitionDur="1000">
                      <p166:blipFill xmlns:p166="http://schemas.microsoft.com/office/powerpoint/2016/6/main">
                        <a:blip r:embed="rId2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54" name="Slide Zoom 53">
                <a:hlinkClick r:id="rId21" action="ppaction://hlinksldjump"/>
                <a:extLst>
                  <a:ext uri="{FF2B5EF4-FFF2-40B4-BE49-F238E27FC236}">
                    <a16:creationId xmlns:a16="http://schemas.microsoft.com/office/drawing/2014/main" id="{7B2BA1CD-C689-E0AB-CA28-ECAC9DC46F15}"/>
                  </a:ext>
                </a:extLst>
              </p:cNvPr>
              <p:cNvPicPr>
                <a:picLocks noGrp="1" noRot="1" noChangeAspect="1" noMove="1" noResize="1" noEditPoints="1" noAdjustHandles="1" noChangeArrowheads="1" noChangeShapeType="1"/>
              </p:cNvPicPr>
              <p:nvPr/>
            </p:nvPicPr>
            <p:blipFill>
              <a:blip r:embed="rId20"/>
              <a:stretch>
                <a:fillRect/>
              </a:stretch>
            </p:blipFill>
            <p:spPr>
              <a:xfrm>
                <a:off x="1986062" y="326898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6" name="Slide Zoom 55">
                <a:extLst>
                  <a:ext uri="{FF2B5EF4-FFF2-40B4-BE49-F238E27FC236}">
                    <a16:creationId xmlns:a16="http://schemas.microsoft.com/office/drawing/2014/main" id="{9E31684A-FBEE-A210-D762-5E16BE971678}"/>
                  </a:ext>
                </a:extLst>
              </p:cNvPr>
              <p:cNvGraphicFramePr>
                <a:graphicFrameLocks noChangeAspect="1"/>
              </p:cNvGraphicFramePr>
              <p:nvPr>
                <p:extLst>
                  <p:ext uri="{D42A27DB-BD31-4B8C-83A1-F6EECF244321}">
                    <p14:modId xmlns:p14="http://schemas.microsoft.com/office/powerpoint/2010/main" val="2993839815"/>
                  </p:ext>
                </p:extLst>
              </p:nvPr>
            </p:nvGraphicFramePr>
            <p:xfrm>
              <a:off x="3063592" y="1569720"/>
              <a:ext cx="227584" cy="128016"/>
            </p:xfrm>
            <a:graphic>
              <a:graphicData uri="http://schemas.microsoft.com/office/powerpoint/2016/slidezoom">
                <pslz:sldZm>
                  <pslz:sldZmObj sldId="2147473925" cId="895933509">
                    <pslz:zmPr id="{13A0EAAB-A9F2-413D-B518-E69B2019D805}" returnToParent="0" transitionDur="1000">
                      <p166:blipFill xmlns:p166="http://schemas.microsoft.com/office/powerpoint/2016/6/main">
                        <a:blip r:embed="rId2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56" name="Slide Zoom 55">
                <a:hlinkClick r:id="rId23" action="ppaction://hlinksldjump"/>
                <a:extLst>
                  <a:ext uri="{FF2B5EF4-FFF2-40B4-BE49-F238E27FC236}">
                    <a16:creationId xmlns:a16="http://schemas.microsoft.com/office/drawing/2014/main" id="{9E31684A-FBEE-A210-D762-5E16BE971678}"/>
                  </a:ext>
                </a:extLst>
              </p:cNvPr>
              <p:cNvPicPr>
                <a:picLocks noGrp="1" noRot="1" noChangeAspect="1" noMove="1" noResize="1" noEditPoints="1" noAdjustHandles="1" noChangeArrowheads="1" noChangeShapeType="1"/>
              </p:cNvPicPr>
              <p:nvPr/>
            </p:nvPicPr>
            <p:blipFill>
              <a:blip r:embed="rId22"/>
              <a:stretch>
                <a:fillRect/>
              </a:stretch>
            </p:blipFill>
            <p:spPr>
              <a:xfrm>
                <a:off x="3063592"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8" name="Slide Zoom 57">
                <a:extLst>
                  <a:ext uri="{FF2B5EF4-FFF2-40B4-BE49-F238E27FC236}">
                    <a16:creationId xmlns:a16="http://schemas.microsoft.com/office/drawing/2014/main" id="{F622840D-0622-7A3E-CBC6-4E2BB0567536}"/>
                  </a:ext>
                </a:extLst>
              </p:cNvPr>
              <p:cNvGraphicFramePr>
                <a:graphicFrameLocks noChangeAspect="1"/>
              </p:cNvGraphicFramePr>
              <p:nvPr>
                <p:extLst>
                  <p:ext uri="{D42A27DB-BD31-4B8C-83A1-F6EECF244321}">
                    <p14:modId xmlns:p14="http://schemas.microsoft.com/office/powerpoint/2010/main" val="1182324737"/>
                  </p:ext>
                </p:extLst>
              </p:nvPr>
            </p:nvGraphicFramePr>
            <p:xfrm>
              <a:off x="3063592" y="2426970"/>
              <a:ext cx="227584" cy="128016"/>
            </p:xfrm>
            <a:graphic>
              <a:graphicData uri="http://schemas.microsoft.com/office/powerpoint/2016/slidezoom">
                <pslz:sldZm>
                  <pslz:sldZmObj sldId="2147473880" cId="1764819111">
                    <pslz:zmPr id="{2D6FBA03-CD39-4BBE-A330-D5B5B5CD1C20}" returnToParent="0" transitionDur="1000">
                      <p166:blipFill xmlns:p166="http://schemas.microsoft.com/office/powerpoint/2016/6/main">
                        <a:blip r:embed="rId2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58" name="Slide Zoom 57">
                <a:hlinkClick r:id="rId25" action="ppaction://hlinksldjump"/>
                <a:extLst>
                  <a:ext uri="{FF2B5EF4-FFF2-40B4-BE49-F238E27FC236}">
                    <a16:creationId xmlns:a16="http://schemas.microsoft.com/office/drawing/2014/main" id="{F622840D-0622-7A3E-CBC6-4E2BB0567536}"/>
                  </a:ext>
                </a:extLst>
              </p:cNvPr>
              <p:cNvPicPr>
                <a:picLocks noGrp="1" noRot="1" noChangeAspect="1" noMove="1" noResize="1" noEditPoints="1" noAdjustHandles="1" noChangeArrowheads="1" noChangeShapeType="1"/>
              </p:cNvPicPr>
              <p:nvPr/>
            </p:nvPicPr>
            <p:blipFill>
              <a:blip r:embed="rId24"/>
              <a:stretch>
                <a:fillRect/>
              </a:stretch>
            </p:blipFill>
            <p:spPr>
              <a:xfrm>
                <a:off x="3063592"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60" name="Slide Zoom 59">
                <a:extLst>
                  <a:ext uri="{FF2B5EF4-FFF2-40B4-BE49-F238E27FC236}">
                    <a16:creationId xmlns:a16="http://schemas.microsoft.com/office/drawing/2014/main" id="{D43FC6A6-A3EE-8490-894E-3CD767565F31}"/>
                  </a:ext>
                </a:extLst>
              </p:cNvPr>
              <p:cNvGraphicFramePr>
                <a:graphicFrameLocks noChangeAspect="1"/>
              </p:cNvGraphicFramePr>
              <p:nvPr>
                <p:extLst>
                  <p:ext uri="{D42A27DB-BD31-4B8C-83A1-F6EECF244321}">
                    <p14:modId xmlns:p14="http://schemas.microsoft.com/office/powerpoint/2010/main" val="4242069561"/>
                  </p:ext>
                </p:extLst>
              </p:nvPr>
            </p:nvGraphicFramePr>
            <p:xfrm>
              <a:off x="4141122" y="2426970"/>
              <a:ext cx="227584" cy="128016"/>
            </p:xfrm>
            <a:graphic>
              <a:graphicData uri="http://schemas.microsoft.com/office/powerpoint/2016/slidezoom">
                <pslz:sldZm>
                  <pslz:sldZmObj sldId="2147473882" cId="1943777069">
                    <pslz:zmPr id="{1D1BDCD2-9EC2-4A6A-8D17-4B1F9A7FC6E8}" returnToParent="0" transitionDur="1000">
                      <p166:blipFill xmlns:p166="http://schemas.microsoft.com/office/powerpoint/2016/6/main">
                        <a:blip r:embed="rId2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60" name="Slide Zoom 59">
                <a:hlinkClick r:id="rId27" action="ppaction://hlinksldjump"/>
                <a:extLst>
                  <a:ext uri="{FF2B5EF4-FFF2-40B4-BE49-F238E27FC236}">
                    <a16:creationId xmlns:a16="http://schemas.microsoft.com/office/drawing/2014/main" id="{D43FC6A6-A3EE-8490-894E-3CD767565F31}"/>
                  </a:ext>
                </a:extLst>
              </p:cNvPr>
              <p:cNvPicPr>
                <a:picLocks noGrp="1" noRot="1" noChangeAspect="1" noMove="1" noResize="1" noEditPoints="1" noAdjustHandles="1" noChangeArrowheads="1" noChangeShapeType="1"/>
              </p:cNvPicPr>
              <p:nvPr/>
            </p:nvPicPr>
            <p:blipFill>
              <a:blip r:embed="rId26"/>
              <a:stretch>
                <a:fillRect/>
              </a:stretch>
            </p:blipFill>
            <p:spPr>
              <a:xfrm>
                <a:off x="4141122"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62" name="Slide Zoom 61">
                <a:extLst>
                  <a:ext uri="{FF2B5EF4-FFF2-40B4-BE49-F238E27FC236}">
                    <a16:creationId xmlns:a16="http://schemas.microsoft.com/office/drawing/2014/main" id="{4838D317-CED6-1A16-55EF-F267C1B752F3}"/>
                  </a:ext>
                </a:extLst>
              </p:cNvPr>
              <p:cNvGraphicFramePr>
                <a:graphicFrameLocks noChangeAspect="1"/>
              </p:cNvGraphicFramePr>
              <p:nvPr>
                <p:extLst>
                  <p:ext uri="{D42A27DB-BD31-4B8C-83A1-F6EECF244321}">
                    <p14:modId xmlns:p14="http://schemas.microsoft.com/office/powerpoint/2010/main" val="1152842750"/>
                  </p:ext>
                </p:extLst>
              </p:nvPr>
            </p:nvGraphicFramePr>
            <p:xfrm>
              <a:off x="4136359" y="3273743"/>
              <a:ext cx="227584" cy="128016"/>
            </p:xfrm>
            <a:graphic>
              <a:graphicData uri="http://schemas.microsoft.com/office/powerpoint/2016/slidezoom">
                <pslz:sldZm>
                  <pslz:sldZmObj sldId="2147473934" cId="2647062382">
                    <pslz:zmPr id="{AAF945C6-2B9D-456B-A9C0-CEA7898F8B24}" returnToParent="0" transitionDur="1000">
                      <p166:blipFill xmlns:p166="http://schemas.microsoft.com/office/powerpoint/2016/6/main">
                        <a:blip r:embed="rId2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62" name="Slide Zoom 61">
                <a:hlinkClick r:id="rId29" action="ppaction://hlinksldjump"/>
                <a:extLst>
                  <a:ext uri="{FF2B5EF4-FFF2-40B4-BE49-F238E27FC236}">
                    <a16:creationId xmlns:a16="http://schemas.microsoft.com/office/drawing/2014/main" id="{4838D317-CED6-1A16-55EF-F267C1B752F3}"/>
                  </a:ext>
                </a:extLst>
              </p:cNvPr>
              <p:cNvPicPr>
                <a:picLocks noGrp="1" noRot="1" noChangeAspect="1" noMove="1" noResize="1" noEditPoints="1" noAdjustHandles="1" noChangeArrowheads="1" noChangeShapeType="1"/>
              </p:cNvPicPr>
              <p:nvPr/>
            </p:nvPicPr>
            <p:blipFill>
              <a:blip r:embed="rId28"/>
              <a:stretch>
                <a:fillRect/>
              </a:stretch>
            </p:blipFill>
            <p:spPr>
              <a:xfrm>
                <a:off x="4136359" y="3273743"/>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64" name="Slide Zoom 63">
                <a:extLst>
                  <a:ext uri="{FF2B5EF4-FFF2-40B4-BE49-F238E27FC236}">
                    <a16:creationId xmlns:a16="http://schemas.microsoft.com/office/drawing/2014/main" id="{028E7244-550C-92FF-A1CC-8DD67453AA8A}"/>
                  </a:ext>
                </a:extLst>
              </p:cNvPr>
              <p:cNvGraphicFramePr>
                <a:graphicFrameLocks noChangeAspect="1"/>
              </p:cNvGraphicFramePr>
              <p:nvPr>
                <p:extLst>
                  <p:ext uri="{D42A27DB-BD31-4B8C-83A1-F6EECF244321}">
                    <p14:modId xmlns:p14="http://schemas.microsoft.com/office/powerpoint/2010/main" val="1853940539"/>
                  </p:ext>
                </p:extLst>
              </p:nvPr>
            </p:nvGraphicFramePr>
            <p:xfrm>
              <a:off x="4136359" y="4136898"/>
              <a:ext cx="227584" cy="128016"/>
            </p:xfrm>
            <a:graphic>
              <a:graphicData uri="http://schemas.microsoft.com/office/powerpoint/2016/slidezoom">
                <pslz:sldZm>
                  <pslz:sldZmObj sldId="2147473884" cId="3333884312">
                    <pslz:zmPr id="{EE21ECD1-6DF0-44EA-95A9-7BE0AF411F14}" returnToParent="0" transitionDur="1000">
                      <p166:blipFill xmlns:p166="http://schemas.microsoft.com/office/powerpoint/2016/6/main">
                        <a:blip r:embed="rId3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64" name="Slide Zoom 63">
                <a:hlinkClick r:id="rId31" action="ppaction://hlinksldjump"/>
                <a:extLst>
                  <a:ext uri="{FF2B5EF4-FFF2-40B4-BE49-F238E27FC236}">
                    <a16:creationId xmlns:a16="http://schemas.microsoft.com/office/drawing/2014/main" id="{028E7244-550C-92FF-A1CC-8DD67453AA8A}"/>
                  </a:ext>
                </a:extLst>
              </p:cNvPr>
              <p:cNvPicPr>
                <a:picLocks noGrp="1" noRot="1" noChangeAspect="1" noMove="1" noResize="1" noEditPoints="1" noAdjustHandles="1" noChangeArrowheads="1" noChangeShapeType="1"/>
              </p:cNvPicPr>
              <p:nvPr/>
            </p:nvPicPr>
            <p:blipFill>
              <a:blip r:embed="rId30"/>
              <a:stretch>
                <a:fillRect/>
              </a:stretch>
            </p:blipFill>
            <p:spPr>
              <a:xfrm>
                <a:off x="4136359" y="4136898"/>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66" name="Slide Zoom 65">
                <a:extLst>
                  <a:ext uri="{FF2B5EF4-FFF2-40B4-BE49-F238E27FC236}">
                    <a16:creationId xmlns:a16="http://schemas.microsoft.com/office/drawing/2014/main" id="{303D064A-4599-9581-0387-59BB6B704D2C}"/>
                  </a:ext>
                </a:extLst>
              </p:cNvPr>
              <p:cNvGraphicFramePr>
                <a:graphicFrameLocks noChangeAspect="1"/>
              </p:cNvGraphicFramePr>
              <p:nvPr>
                <p:extLst>
                  <p:ext uri="{D42A27DB-BD31-4B8C-83A1-F6EECF244321}">
                    <p14:modId xmlns:p14="http://schemas.microsoft.com/office/powerpoint/2010/main" val="1021256050"/>
                  </p:ext>
                </p:extLst>
              </p:nvPr>
            </p:nvGraphicFramePr>
            <p:xfrm>
              <a:off x="4136359" y="5000053"/>
              <a:ext cx="227584" cy="128016"/>
            </p:xfrm>
            <a:graphic>
              <a:graphicData uri="http://schemas.microsoft.com/office/powerpoint/2016/slidezoom">
                <pslz:sldZm>
                  <pslz:sldZmObj sldId="2147473890" cId="3565717493">
                    <pslz:zmPr id="{DCD26D2F-37B5-4766-A020-1BB227B95270}" returnToParent="0" transitionDur="1000">
                      <p166:blipFill xmlns:p166="http://schemas.microsoft.com/office/powerpoint/2016/6/main">
                        <a:blip r:embed="rId3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66" name="Slide Zoom 65">
                <a:hlinkClick r:id="rId33" action="ppaction://hlinksldjump"/>
                <a:extLst>
                  <a:ext uri="{FF2B5EF4-FFF2-40B4-BE49-F238E27FC236}">
                    <a16:creationId xmlns:a16="http://schemas.microsoft.com/office/drawing/2014/main" id="{303D064A-4599-9581-0387-59BB6B704D2C}"/>
                  </a:ext>
                </a:extLst>
              </p:cNvPr>
              <p:cNvPicPr>
                <a:picLocks noGrp="1" noRot="1" noChangeAspect="1" noMove="1" noResize="1" noEditPoints="1" noAdjustHandles="1" noChangeArrowheads="1" noChangeShapeType="1"/>
              </p:cNvPicPr>
              <p:nvPr/>
            </p:nvPicPr>
            <p:blipFill>
              <a:blip r:embed="rId32"/>
              <a:stretch>
                <a:fillRect/>
              </a:stretch>
            </p:blipFill>
            <p:spPr>
              <a:xfrm>
                <a:off x="4136359" y="5000053"/>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68" name="Slide Zoom 67">
                <a:extLst>
                  <a:ext uri="{FF2B5EF4-FFF2-40B4-BE49-F238E27FC236}">
                    <a16:creationId xmlns:a16="http://schemas.microsoft.com/office/drawing/2014/main" id="{96404045-CF90-2E4F-155F-0FDB56246448}"/>
                  </a:ext>
                </a:extLst>
              </p:cNvPr>
              <p:cNvGraphicFramePr>
                <a:graphicFrameLocks noChangeAspect="1"/>
              </p:cNvGraphicFramePr>
              <p:nvPr>
                <p:extLst>
                  <p:ext uri="{D42A27DB-BD31-4B8C-83A1-F6EECF244321}">
                    <p14:modId xmlns:p14="http://schemas.microsoft.com/office/powerpoint/2010/main" val="1291793425"/>
                  </p:ext>
                </p:extLst>
              </p:nvPr>
            </p:nvGraphicFramePr>
            <p:xfrm>
              <a:off x="5194689" y="1569720"/>
              <a:ext cx="227584" cy="128016"/>
            </p:xfrm>
            <a:graphic>
              <a:graphicData uri="http://schemas.microsoft.com/office/powerpoint/2016/slidezoom">
                <pslz:sldZm>
                  <pslz:sldZmObj sldId="2147473896" cId="2103911970">
                    <pslz:zmPr id="{0E19D171-51DE-4633-AAC6-ED01B97F56C8}" returnToParent="0" transitionDur="1000">
                      <p166:blipFill xmlns:p166="http://schemas.microsoft.com/office/powerpoint/2016/6/main">
                        <a:blip r:embed="rId3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68" name="Slide Zoom 67">
                <a:hlinkClick r:id="rId35" action="ppaction://hlinksldjump"/>
                <a:extLst>
                  <a:ext uri="{FF2B5EF4-FFF2-40B4-BE49-F238E27FC236}">
                    <a16:creationId xmlns:a16="http://schemas.microsoft.com/office/drawing/2014/main" id="{96404045-CF90-2E4F-155F-0FDB56246448}"/>
                  </a:ext>
                </a:extLst>
              </p:cNvPr>
              <p:cNvPicPr>
                <a:picLocks noGrp="1" noRot="1" noChangeAspect="1" noMove="1" noResize="1" noEditPoints="1" noAdjustHandles="1" noChangeArrowheads="1" noChangeShapeType="1"/>
              </p:cNvPicPr>
              <p:nvPr/>
            </p:nvPicPr>
            <p:blipFill>
              <a:blip r:embed="rId34"/>
              <a:stretch>
                <a:fillRect/>
              </a:stretch>
            </p:blipFill>
            <p:spPr>
              <a:xfrm>
                <a:off x="5194689"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0" name="Slide Zoom 69">
                <a:extLst>
                  <a:ext uri="{FF2B5EF4-FFF2-40B4-BE49-F238E27FC236}">
                    <a16:creationId xmlns:a16="http://schemas.microsoft.com/office/drawing/2014/main" id="{832B35E6-480F-C8FC-B0B1-FC760BFA1DFF}"/>
                  </a:ext>
                </a:extLst>
              </p:cNvPr>
              <p:cNvGraphicFramePr>
                <a:graphicFrameLocks noChangeAspect="1"/>
              </p:cNvGraphicFramePr>
              <p:nvPr>
                <p:extLst>
                  <p:ext uri="{D42A27DB-BD31-4B8C-83A1-F6EECF244321}">
                    <p14:modId xmlns:p14="http://schemas.microsoft.com/office/powerpoint/2010/main" val="2946011929"/>
                  </p:ext>
                </p:extLst>
              </p:nvPr>
            </p:nvGraphicFramePr>
            <p:xfrm>
              <a:off x="5194689" y="2426970"/>
              <a:ext cx="227584" cy="128016"/>
            </p:xfrm>
            <a:graphic>
              <a:graphicData uri="http://schemas.microsoft.com/office/powerpoint/2016/slidezoom">
                <pslz:sldZm>
                  <pslz:sldZmObj sldId="2147473919" cId="3622119383">
                    <pslz:zmPr id="{73120DA0-209E-4468-B5C0-6EB42D9997EC}" returnToParent="0" transitionDur="1000">
                      <p166:blipFill xmlns:p166="http://schemas.microsoft.com/office/powerpoint/2016/6/main">
                        <a:blip r:embed="rId3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70" name="Slide Zoom 69">
                <a:hlinkClick r:id="rId37" action="ppaction://hlinksldjump"/>
                <a:extLst>
                  <a:ext uri="{FF2B5EF4-FFF2-40B4-BE49-F238E27FC236}">
                    <a16:creationId xmlns:a16="http://schemas.microsoft.com/office/drawing/2014/main" id="{832B35E6-480F-C8FC-B0B1-FC760BFA1DFF}"/>
                  </a:ext>
                </a:extLst>
              </p:cNvPr>
              <p:cNvPicPr>
                <a:picLocks noGrp="1" noRot="1" noChangeAspect="1" noMove="1" noResize="1" noEditPoints="1" noAdjustHandles="1" noChangeArrowheads="1" noChangeShapeType="1"/>
              </p:cNvPicPr>
              <p:nvPr/>
            </p:nvPicPr>
            <p:blipFill>
              <a:blip r:embed="rId36"/>
              <a:stretch>
                <a:fillRect/>
              </a:stretch>
            </p:blipFill>
            <p:spPr>
              <a:xfrm>
                <a:off x="5194689"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2" name="Slide Zoom 71">
                <a:extLst>
                  <a:ext uri="{FF2B5EF4-FFF2-40B4-BE49-F238E27FC236}">
                    <a16:creationId xmlns:a16="http://schemas.microsoft.com/office/drawing/2014/main" id="{C47E1828-9CCC-20D1-D837-22FEA372262A}"/>
                  </a:ext>
                </a:extLst>
              </p:cNvPr>
              <p:cNvGraphicFramePr>
                <a:graphicFrameLocks noChangeAspect="1"/>
              </p:cNvGraphicFramePr>
              <p:nvPr>
                <p:extLst>
                  <p:ext uri="{D42A27DB-BD31-4B8C-83A1-F6EECF244321}">
                    <p14:modId xmlns:p14="http://schemas.microsoft.com/office/powerpoint/2010/main" val="2536561958"/>
                  </p:ext>
                </p:extLst>
              </p:nvPr>
            </p:nvGraphicFramePr>
            <p:xfrm>
              <a:off x="5194689" y="3284220"/>
              <a:ext cx="227584" cy="128016"/>
            </p:xfrm>
            <a:graphic>
              <a:graphicData uri="http://schemas.microsoft.com/office/powerpoint/2016/slidezoom">
                <pslz:sldZm>
                  <pslz:sldZmObj sldId="2147473952" cId="2292506275">
                    <pslz:zmPr id="{A3AAF073-8172-40DC-8C5B-0CDDDC3E9D23}" returnToParent="0" transitionDur="1000">
                      <p166:blipFill xmlns:p166="http://schemas.microsoft.com/office/powerpoint/2016/6/main">
                        <a:blip r:embed="rId3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72" name="Slide Zoom 71">
                <a:hlinkClick r:id="rId39" action="ppaction://hlinksldjump"/>
                <a:extLst>
                  <a:ext uri="{FF2B5EF4-FFF2-40B4-BE49-F238E27FC236}">
                    <a16:creationId xmlns:a16="http://schemas.microsoft.com/office/drawing/2014/main" id="{C47E1828-9CCC-20D1-D837-22FEA372262A}"/>
                  </a:ext>
                </a:extLst>
              </p:cNvPr>
              <p:cNvPicPr>
                <a:picLocks noGrp="1" noRot="1" noChangeAspect="1" noMove="1" noResize="1" noEditPoints="1" noAdjustHandles="1" noChangeArrowheads="1" noChangeShapeType="1"/>
              </p:cNvPicPr>
              <p:nvPr/>
            </p:nvPicPr>
            <p:blipFill>
              <a:blip r:embed="rId38"/>
              <a:stretch>
                <a:fillRect/>
              </a:stretch>
            </p:blipFill>
            <p:spPr>
              <a:xfrm>
                <a:off x="5194689" y="32842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4" name="Slide Zoom 73">
                <a:extLst>
                  <a:ext uri="{FF2B5EF4-FFF2-40B4-BE49-F238E27FC236}">
                    <a16:creationId xmlns:a16="http://schemas.microsoft.com/office/drawing/2014/main" id="{2C6711C5-9CF4-7F10-8BD4-FE71471498B6}"/>
                  </a:ext>
                </a:extLst>
              </p:cNvPr>
              <p:cNvGraphicFramePr>
                <a:graphicFrameLocks noChangeAspect="1"/>
              </p:cNvGraphicFramePr>
              <p:nvPr>
                <p:extLst>
                  <p:ext uri="{D42A27DB-BD31-4B8C-83A1-F6EECF244321}">
                    <p14:modId xmlns:p14="http://schemas.microsoft.com/office/powerpoint/2010/main" val="168873150"/>
                  </p:ext>
                </p:extLst>
              </p:nvPr>
            </p:nvGraphicFramePr>
            <p:xfrm>
              <a:off x="6252661" y="1569720"/>
              <a:ext cx="227584" cy="128016"/>
            </p:xfrm>
            <a:graphic>
              <a:graphicData uri="http://schemas.microsoft.com/office/powerpoint/2016/slidezoom">
                <pslz:sldZm>
                  <pslz:sldZmObj sldId="2147473892" cId="1500222482">
                    <pslz:zmPr id="{3C4EE905-AF41-41A8-8CB6-BE54640874FC}" returnToParent="0" transitionDur="1000">
                      <p166:blipFill xmlns:p166="http://schemas.microsoft.com/office/powerpoint/2016/6/main">
                        <a:blip r:embed="rId4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74" name="Slide Zoom 73">
                <a:hlinkClick r:id="rId41" action="ppaction://hlinksldjump"/>
                <a:extLst>
                  <a:ext uri="{FF2B5EF4-FFF2-40B4-BE49-F238E27FC236}">
                    <a16:creationId xmlns:a16="http://schemas.microsoft.com/office/drawing/2014/main" id="{2C6711C5-9CF4-7F10-8BD4-FE71471498B6}"/>
                  </a:ext>
                </a:extLst>
              </p:cNvPr>
              <p:cNvPicPr>
                <a:picLocks noGrp="1" noRot="1" noChangeAspect="1" noMove="1" noResize="1" noEditPoints="1" noAdjustHandles="1" noChangeArrowheads="1" noChangeShapeType="1"/>
              </p:cNvPicPr>
              <p:nvPr/>
            </p:nvPicPr>
            <p:blipFill>
              <a:blip r:embed="rId40"/>
              <a:stretch>
                <a:fillRect/>
              </a:stretch>
            </p:blipFill>
            <p:spPr>
              <a:xfrm>
                <a:off x="6252661"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6" name="Slide Zoom 75">
                <a:extLst>
                  <a:ext uri="{FF2B5EF4-FFF2-40B4-BE49-F238E27FC236}">
                    <a16:creationId xmlns:a16="http://schemas.microsoft.com/office/drawing/2014/main" id="{E760AA69-84DE-27C6-31E5-C2CA64454BB5}"/>
                  </a:ext>
                </a:extLst>
              </p:cNvPr>
              <p:cNvGraphicFramePr>
                <a:graphicFrameLocks noChangeAspect="1"/>
              </p:cNvGraphicFramePr>
              <p:nvPr>
                <p:extLst>
                  <p:ext uri="{D42A27DB-BD31-4B8C-83A1-F6EECF244321}">
                    <p14:modId xmlns:p14="http://schemas.microsoft.com/office/powerpoint/2010/main" val="1537139603"/>
                  </p:ext>
                </p:extLst>
              </p:nvPr>
            </p:nvGraphicFramePr>
            <p:xfrm>
              <a:off x="5868415" y="2439352"/>
              <a:ext cx="227584" cy="128016"/>
            </p:xfrm>
            <a:graphic>
              <a:graphicData uri="http://schemas.microsoft.com/office/powerpoint/2016/slidezoom">
                <pslz:sldZm>
                  <pslz:sldZmObj sldId="2147473895" cId="3059545939">
                    <pslz:zmPr id="{9916C297-6228-4048-A266-56486D1642E9}" returnToParent="0" transitionDur="1000">
                      <p166:blipFill xmlns:p166="http://schemas.microsoft.com/office/powerpoint/2016/6/main">
                        <a:blip r:embed="rId4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76" name="Slide Zoom 75">
                <a:hlinkClick r:id="rId43" action="ppaction://hlinksldjump"/>
                <a:extLst>
                  <a:ext uri="{FF2B5EF4-FFF2-40B4-BE49-F238E27FC236}">
                    <a16:creationId xmlns:a16="http://schemas.microsoft.com/office/drawing/2014/main" id="{E760AA69-84DE-27C6-31E5-C2CA64454BB5}"/>
                  </a:ext>
                </a:extLst>
              </p:cNvPr>
              <p:cNvPicPr>
                <a:picLocks noGrp="1" noRot="1" noChangeAspect="1" noMove="1" noResize="1" noEditPoints="1" noAdjustHandles="1" noChangeArrowheads="1" noChangeShapeType="1"/>
              </p:cNvPicPr>
              <p:nvPr/>
            </p:nvPicPr>
            <p:blipFill>
              <a:blip r:embed="rId42"/>
              <a:stretch>
                <a:fillRect/>
              </a:stretch>
            </p:blipFill>
            <p:spPr>
              <a:xfrm>
                <a:off x="5868415" y="2439352"/>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78" name="Slide Zoom 77">
                <a:extLst>
                  <a:ext uri="{FF2B5EF4-FFF2-40B4-BE49-F238E27FC236}">
                    <a16:creationId xmlns:a16="http://schemas.microsoft.com/office/drawing/2014/main" id="{F3F6BAC3-AD3C-377B-E9FA-D9C7D49829EC}"/>
                  </a:ext>
                </a:extLst>
              </p:cNvPr>
              <p:cNvGraphicFramePr>
                <a:graphicFrameLocks noChangeAspect="1"/>
              </p:cNvGraphicFramePr>
              <p:nvPr>
                <p:extLst>
                  <p:ext uri="{D42A27DB-BD31-4B8C-83A1-F6EECF244321}">
                    <p14:modId xmlns:p14="http://schemas.microsoft.com/office/powerpoint/2010/main" val="1962801439"/>
                  </p:ext>
                </p:extLst>
              </p:nvPr>
            </p:nvGraphicFramePr>
            <p:xfrm>
              <a:off x="6252661" y="3284220"/>
              <a:ext cx="227584" cy="128016"/>
            </p:xfrm>
            <a:graphic>
              <a:graphicData uri="http://schemas.microsoft.com/office/powerpoint/2016/slidezoom">
                <pslz:sldZm>
                  <pslz:sldZmObj sldId="2147473921" cId="2671192565">
                    <pslz:zmPr id="{4D290A1C-3D95-4896-B77E-14FE2634EC28}" returnToParent="0" transitionDur="1000">
                      <p166:blipFill xmlns:p166="http://schemas.microsoft.com/office/powerpoint/2016/6/main">
                        <a:blip r:embed="rId4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78" name="Slide Zoom 77">
                <a:hlinkClick r:id="rId45" action="ppaction://hlinksldjump"/>
                <a:extLst>
                  <a:ext uri="{FF2B5EF4-FFF2-40B4-BE49-F238E27FC236}">
                    <a16:creationId xmlns:a16="http://schemas.microsoft.com/office/drawing/2014/main" id="{F3F6BAC3-AD3C-377B-E9FA-D9C7D49829EC}"/>
                  </a:ext>
                </a:extLst>
              </p:cNvPr>
              <p:cNvPicPr>
                <a:picLocks noGrp="1" noRot="1" noChangeAspect="1" noMove="1" noResize="1" noEditPoints="1" noAdjustHandles="1" noChangeArrowheads="1" noChangeShapeType="1"/>
              </p:cNvPicPr>
              <p:nvPr/>
            </p:nvPicPr>
            <p:blipFill>
              <a:blip r:embed="rId44"/>
              <a:stretch>
                <a:fillRect/>
              </a:stretch>
            </p:blipFill>
            <p:spPr>
              <a:xfrm>
                <a:off x="6252661" y="32842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80" name="Slide Zoom 79">
                <a:extLst>
                  <a:ext uri="{FF2B5EF4-FFF2-40B4-BE49-F238E27FC236}">
                    <a16:creationId xmlns:a16="http://schemas.microsoft.com/office/drawing/2014/main" id="{E4EE6747-8A6D-E04F-42DE-081C737BBFC7}"/>
                  </a:ext>
                </a:extLst>
              </p:cNvPr>
              <p:cNvGraphicFramePr>
                <a:graphicFrameLocks noChangeAspect="1"/>
              </p:cNvGraphicFramePr>
              <p:nvPr>
                <p:extLst>
                  <p:ext uri="{D42A27DB-BD31-4B8C-83A1-F6EECF244321}">
                    <p14:modId xmlns:p14="http://schemas.microsoft.com/office/powerpoint/2010/main" val="2059181571"/>
                  </p:ext>
                </p:extLst>
              </p:nvPr>
            </p:nvGraphicFramePr>
            <p:xfrm>
              <a:off x="6905625" y="1569720"/>
              <a:ext cx="227584" cy="128016"/>
            </p:xfrm>
            <a:graphic>
              <a:graphicData uri="http://schemas.microsoft.com/office/powerpoint/2016/slidezoom">
                <pslz:sldZm>
                  <pslz:sldZmObj sldId="2147473886" cId="1952825106">
                    <pslz:zmPr id="{3FEF11FA-4256-4EE2-BF23-C3FE32826A7B}" returnToParent="0" transitionDur="1000">
                      <p166:blipFill xmlns:p166="http://schemas.microsoft.com/office/powerpoint/2016/6/main">
                        <a:blip r:embed="rId4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80" name="Slide Zoom 79">
                <a:hlinkClick r:id="rId47" action="ppaction://hlinksldjump"/>
                <a:extLst>
                  <a:ext uri="{FF2B5EF4-FFF2-40B4-BE49-F238E27FC236}">
                    <a16:creationId xmlns:a16="http://schemas.microsoft.com/office/drawing/2014/main" id="{E4EE6747-8A6D-E04F-42DE-081C737BBFC7}"/>
                  </a:ext>
                </a:extLst>
              </p:cNvPr>
              <p:cNvPicPr>
                <a:picLocks noGrp="1" noRot="1" noChangeAspect="1" noMove="1" noResize="1" noEditPoints="1" noAdjustHandles="1" noChangeArrowheads="1" noChangeShapeType="1"/>
              </p:cNvPicPr>
              <p:nvPr/>
            </p:nvPicPr>
            <p:blipFill>
              <a:blip r:embed="rId46"/>
              <a:stretch>
                <a:fillRect/>
              </a:stretch>
            </p:blipFill>
            <p:spPr>
              <a:xfrm>
                <a:off x="6905625"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82" name="Slide Zoom 81">
                <a:extLst>
                  <a:ext uri="{FF2B5EF4-FFF2-40B4-BE49-F238E27FC236}">
                    <a16:creationId xmlns:a16="http://schemas.microsoft.com/office/drawing/2014/main" id="{72089587-99DC-4887-A0F5-2B5C1B4C2D93}"/>
                  </a:ext>
                </a:extLst>
              </p:cNvPr>
              <p:cNvGraphicFramePr>
                <a:graphicFrameLocks noChangeAspect="1"/>
              </p:cNvGraphicFramePr>
              <p:nvPr>
                <p:extLst>
                  <p:ext uri="{D42A27DB-BD31-4B8C-83A1-F6EECF244321}">
                    <p14:modId xmlns:p14="http://schemas.microsoft.com/office/powerpoint/2010/main" val="1674324427"/>
                  </p:ext>
                </p:extLst>
              </p:nvPr>
            </p:nvGraphicFramePr>
            <p:xfrm>
              <a:off x="6905625" y="2426970"/>
              <a:ext cx="227584" cy="128016"/>
            </p:xfrm>
            <a:graphic>
              <a:graphicData uri="http://schemas.microsoft.com/office/powerpoint/2016/slidezoom">
                <pslz:sldZm>
                  <pslz:sldZmObj sldId="2147473898" cId="457495390">
                    <pslz:zmPr id="{82D3F0B2-CD3C-484F-9077-AC9A5CE71F59}" returnToParent="0" transitionDur="1000">
                      <p166:blipFill xmlns:p166="http://schemas.microsoft.com/office/powerpoint/2016/6/main">
                        <a:blip r:embed="rId4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82" name="Slide Zoom 81">
                <a:hlinkClick r:id="rId49" action="ppaction://hlinksldjump"/>
                <a:extLst>
                  <a:ext uri="{FF2B5EF4-FFF2-40B4-BE49-F238E27FC236}">
                    <a16:creationId xmlns:a16="http://schemas.microsoft.com/office/drawing/2014/main" id="{72089587-99DC-4887-A0F5-2B5C1B4C2D93}"/>
                  </a:ext>
                </a:extLst>
              </p:cNvPr>
              <p:cNvPicPr>
                <a:picLocks noGrp="1" noRot="1" noChangeAspect="1" noMove="1" noResize="1" noEditPoints="1" noAdjustHandles="1" noChangeArrowheads="1" noChangeShapeType="1"/>
              </p:cNvPicPr>
              <p:nvPr/>
            </p:nvPicPr>
            <p:blipFill>
              <a:blip r:embed="rId48"/>
              <a:stretch>
                <a:fillRect/>
              </a:stretch>
            </p:blipFill>
            <p:spPr>
              <a:xfrm>
                <a:off x="6905625"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84" name="Slide Zoom 83">
                <a:extLst>
                  <a:ext uri="{FF2B5EF4-FFF2-40B4-BE49-F238E27FC236}">
                    <a16:creationId xmlns:a16="http://schemas.microsoft.com/office/drawing/2014/main" id="{DD1928BC-A103-B518-171D-313519D2FAAD}"/>
                  </a:ext>
                </a:extLst>
              </p:cNvPr>
              <p:cNvGraphicFramePr>
                <a:graphicFrameLocks noChangeAspect="1"/>
              </p:cNvGraphicFramePr>
              <p:nvPr>
                <p:extLst>
                  <p:ext uri="{D42A27DB-BD31-4B8C-83A1-F6EECF244321}">
                    <p14:modId xmlns:p14="http://schemas.microsoft.com/office/powerpoint/2010/main" val="471795963"/>
                  </p:ext>
                </p:extLst>
              </p:nvPr>
            </p:nvGraphicFramePr>
            <p:xfrm>
              <a:off x="7331925" y="4068127"/>
              <a:ext cx="227584" cy="128016"/>
            </p:xfrm>
            <a:graphic>
              <a:graphicData uri="http://schemas.microsoft.com/office/powerpoint/2016/slidezoom">
                <pslz:sldZm>
                  <pslz:sldZmObj sldId="2147473914" cId="2529331625">
                    <pslz:zmPr id="{06A809CD-BB89-48D5-B353-F94E2352BAA5}" returnToParent="0" transitionDur="1000">
                      <p166:blipFill xmlns:p166="http://schemas.microsoft.com/office/powerpoint/2016/6/main">
                        <a:blip r:embed="rId5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84" name="Slide Zoom 83">
                <a:hlinkClick r:id="rId51" action="ppaction://hlinksldjump"/>
                <a:extLst>
                  <a:ext uri="{FF2B5EF4-FFF2-40B4-BE49-F238E27FC236}">
                    <a16:creationId xmlns:a16="http://schemas.microsoft.com/office/drawing/2014/main" id="{DD1928BC-A103-B518-171D-313519D2FAAD}"/>
                  </a:ext>
                </a:extLst>
              </p:cNvPr>
              <p:cNvPicPr>
                <a:picLocks noGrp="1" noRot="1" noChangeAspect="1" noMove="1" noResize="1" noEditPoints="1" noAdjustHandles="1" noChangeArrowheads="1" noChangeShapeType="1"/>
              </p:cNvPicPr>
              <p:nvPr/>
            </p:nvPicPr>
            <p:blipFill>
              <a:blip r:embed="rId50"/>
              <a:stretch>
                <a:fillRect/>
              </a:stretch>
            </p:blipFill>
            <p:spPr>
              <a:xfrm>
                <a:off x="7331925" y="4068127"/>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86" name="Slide Zoom 85">
                <a:extLst>
                  <a:ext uri="{FF2B5EF4-FFF2-40B4-BE49-F238E27FC236}">
                    <a16:creationId xmlns:a16="http://schemas.microsoft.com/office/drawing/2014/main" id="{A9F8350D-AE3D-EA8C-1D84-1703B64800A8}"/>
                  </a:ext>
                </a:extLst>
              </p:cNvPr>
              <p:cNvGraphicFramePr>
                <a:graphicFrameLocks noChangeAspect="1"/>
              </p:cNvGraphicFramePr>
              <p:nvPr>
                <p:extLst>
                  <p:ext uri="{D42A27DB-BD31-4B8C-83A1-F6EECF244321}">
                    <p14:modId xmlns:p14="http://schemas.microsoft.com/office/powerpoint/2010/main" val="3998767149"/>
                  </p:ext>
                </p:extLst>
              </p:nvPr>
            </p:nvGraphicFramePr>
            <p:xfrm>
              <a:off x="7995066" y="1563370"/>
              <a:ext cx="227584" cy="128016"/>
            </p:xfrm>
            <a:graphic>
              <a:graphicData uri="http://schemas.microsoft.com/office/powerpoint/2016/slidezoom">
                <pslz:sldZm>
                  <pslz:sldZmObj sldId="2147473902" cId="1080981966">
                    <pslz:zmPr id="{11FE8B36-C4F2-4A8D-9F54-C3470094BAC9}" returnToParent="0" transitionDur="1000">
                      <p166:blipFill xmlns:p166="http://schemas.microsoft.com/office/powerpoint/2016/6/main">
                        <a:blip r:embed="rId5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86" name="Slide Zoom 85">
                <a:hlinkClick r:id="rId53" action="ppaction://hlinksldjump"/>
                <a:extLst>
                  <a:ext uri="{FF2B5EF4-FFF2-40B4-BE49-F238E27FC236}">
                    <a16:creationId xmlns:a16="http://schemas.microsoft.com/office/drawing/2014/main" id="{A9F8350D-AE3D-EA8C-1D84-1703B64800A8}"/>
                  </a:ext>
                </a:extLst>
              </p:cNvPr>
              <p:cNvPicPr>
                <a:picLocks noGrp="1" noRot="1" noChangeAspect="1" noMove="1" noResize="1" noEditPoints="1" noAdjustHandles="1" noChangeArrowheads="1" noChangeShapeType="1"/>
              </p:cNvPicPr>
              <p:nvPr/>
            </p:nvPicPr>
            <p:blipFill>
              <a:blip r:embed="rId52"/>
              <a:stretch>
                <a:fillRect/>
              </a:stretch>
            </p:blipFill>
            <p:spPr>
              <a:xfrm>
                <a:off x="7995066" y="15633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88" name="Slide Zoom 87">
                <a:extLst>
                  <a:ext uri="{FF2B5EF4-FFF2-40B4-BE49-F238E27FC236}">
                    <a16:creationId xmlns:a16="http://schemas.microsoft.com/office/drawing/2014/main" id="{D42DCC1C-93D8-794C-D745-5045E1EF955E}"/>
                  </a:ext>
                </a:extLst>
              </p:cNvPr>
              <p:cNvGraphicFramePr>
                <a:graphicFrameLocks noChangeAspect="1"/>
              </p:cNvGraphicFramePr>
              <p:nvPr>
                <p:extLst>
                  <p:ext uri="{D42A27DB-BD31-4B8C-83A1-F6EECF244321}">
                    <p14:modId xmlns:p14="http://schemas.microsoft.com/office/powerpoint/2010/main" val="2480284191"/>
                  </p:ext>
                </p:extLst>
              </p:nvPr>
            </p:nvGraphicFramePr>
            <p:xfrm>
              <a:off x="7995066" y="2426970"/>
              <a:ext cx="227584" cy="128016"/>
            </p:xfrm>
            <a:graphic>
              <a:graphicData uri="http://schemas.microsoft.com/office/powerpoint/2016/slidezoom">
                <pslz:sldZm>
                  <pslz:sldZmObj sldId="2147473904" cId="1262466634">
                    <pslz:zmPr id="{908FBE2A-5730-4390-BDB3-3A5AE0EE07FB}" returnToParent="0" transitionDur="1000">
                      <p166:blipFill xmlns:p166="http://schemas.microsoft.com/office/powerpoint/2016/6/main">
                        <a:blip r:embed="rId5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88" name="Slide Zoom 87">
                <a:hlinkClick r:id="rId55" action="ppaction://hlinksldjump"/>
                <a:extLst>
                  <a:ext uri="{FF2B5EF4-FFF2-40B4-BE49-F238E27FC236}">
                    <a16:creationId xmlns:a16="http://schemas.microsoft.com/office/drawing/2014/main" id="{D42DCC1C-93D8-794C-D745-5045E1EF955E}"/>
                  </a:ext>
                </a:extLst>
              </p:cNvPr>
              <p:cNvPicPr>
                <a:picLocks noGrp="1" noRot="1" noChangeAspect="1" noMove="1" noResize="1" noEditPoints="1" noAdjustHandles="1" noChangeArrowheads="1" noChangeShapeType="1"/>
              </p:cNvPicPr>
              <p:nvPr/>
            </p:nvPicPr>
            <p:blipFill>
              <a:blip r:embed="rId54"/>
              <a:stretch>
                <a:fillRect/>
              </a:stretch>
            </p:blipFill>
            <p:spPr>
              <a:xfrm>
                <a:off x="7995066"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90" name="Slide Zoom 89">
                <a:extLst>
                  <a:ext uri="{FF2B5EF4-FFF2-40B4-BE49-F238E27FC236}">
                    <a16:creationId xmlns:a16="http://schemas.microsoft.com/office/drawing/2014/main" id="{E90AD732-11AC-F940-DAD2-0B83F1C41E2E}"/>
                  </a:ext>
                </a:extLst>
              </p:cNvPr>
              <p:cNvGraphicFramePr>
                <a:graphicFrameLocks noChangeAspect="1"/>
              </p:cNvGraphicFramePr>
              <p:nvPr>
                <p:extLst>
                  <p:ext uri="{D42A27DB-BD31-4B8C-83A1-F6EECF244321}">
                    <p14:modId xmlns:p14="http://schemas.microsoft.com/office/powerpoint/2010/main" val="3537842535"/>
                  </p:ext>
                </p:extLst>
              </p:nvPr>
            </p:nvGraphicFramePr>
            <p:xfrm>
              <a:off x="9053038" y="1569720"/>
              <a:ext cx="227584" cy="128016"/>
            </p:xfrm>
            <a:graphic>
              <a:graphicData uri="http://schemas.microsoft.com/office/powerpoint/2016/slidezoom">
                <pslz:sldZm>
                  <pslz:sldZmObj sldId="2147473908" cId="2965461840">
                    <pslz:zmPr id="{9B356498-7946-4FF7-8AD0-04C1B23A00CB}" returnToParent="0" transitionDur="1000">
                      <p166:blipFill xmlns:p166="http://schemas.microsoft.com/office/powerpoint/2016/6/main">
                        <a:blip r:embed="rId5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90" name="Slide Zoom 89">
                <a:hlinkClick r:id="rId57" action="ppaction://hlinksldjump"/>
                <a:extLst>
                  <a:ext uri="{FF2B5EF4-FFF2-40B4-BE49-F238E27FC236}">
                    <a16:creationId xmlns:a16="http://schemas.microsoft.com/office/drawing/2014/main" id="{E90AD732-11AC-F940-DAD2-0B83F1C41E2E}"/>
                  </a:ext>
                </a:extLst>
              </p:cNvPr>
              <p:cNvPicPr>
                <a:picLocks noGrp="1" noRot="1" noChangeAspect="1" noMove="1" noResize="1" noEditPoints="1" noAdjustHandles="1" noChangeArrowheads="1" noChangeShapeType="1"/>
              </p:cNvPicPr>
              <p:nvPr/>
            </p:nvPicPr>
            <p:blipFill>
              <a:blip r:embed="rId56"/>
              <a:stretch>
                <a:fillRect/>
              </a:stretch>
            </p:blipFill>
            <p:spPr>
              <a:xfrm>
                <a:off x="9053038"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92" name="Slide Zoom 91">
                <a:extLst>
                  <a:ext uri="{FF2B5EF4-FFF2-40B4-BE49-F238E27FC236}">
                    <a16:creationId xmlns:a16="http://schemas.microsoft.com/office/drawing/2014/main" id="{CC7BB041-9D35-CBE5-5261-7EF2F33A4ED5}"/>
                  </a:ext>
                </a:extLst>
              </p:cNvPr>
              <p:cNvGraphicFramePr>
                <a:graphicFrameLocks noChangeAspect="1"/>
              </p:cNvGraphicFramePr>
              <p:nvPr>
                <p:extLst>
                  <p:ext uri="{D42A27DB-BD31-4B8C-83A1-F6EECF244321}">
                    <p14:modId xmlns:p14="http://schemas.microsoft.com/office/powerpoint/2010/main" val="2140796326"/>
                  </p:ext>
                </p:extLst>
              </p:nvPr>
            </p:nvGraphicFramePr>
            <p:xfrm>
              <a:off x="9053038" y="2426970"/>
              <a:ext cx="227584" cy="128016"/>
            </p:xfrm>
            <a:graphic>
              <a:graphicData uri="http://schemas.microsoft.com/office/powerpoint/2016/slidezoom">
                <pslz:sldZm>
                  <pslz:sldZmObj sldId="2147473922" cId="3692935079">
                    <pslz:zmPr id="{C31134F3-699C-451C-AF80-87F221BE23B1}" returnToParent="0" transitionDur="1000">
                      <p166:blipFill xmlns:p166="http://schemas.microsoft.com/office/powerpoint/2016/6/main">
                        <a:blip r:embed="rId5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92" name="Slide Zoom 91">
                <a:hlinkClick r:id="rId59" action="ppaction://hlinksldjump"/>
                <a:extLst>
                  <a:ext uri="{FF2B5EF4-FFF2-40B4-BE49-F238E27FC236}">
                    <a16:creationId xmlns:a16="http://schemas.microsoft.com/office/drawing/2014/main" id="{CC7BB041-9D35-CBE5-5261-7EF2F33A4ED5}"/>
                  </a:ext>
                </a:extLst>
              </p:cNvPr>
              <p:cNvPicPr>
                <a:picLocks noGrp="1" noRot="1" noChangeAspect="1" noMove="1" noResize="1" noEditPoints="1" noAdjustHandles="1" noChangeArrowheads="1" noChangeShapeType="1"/>
              </p:cNvPicPr>
              <p:nvPr/>
            </p:nvPicPr>
            <p:blipFill>
              <a:blip r:embed="rId58"/>
              <a:stretch>
                <a:fillRect/>
              </a:stretch>
            </p:blipFill>
            <p:spPr>
              <a:xfrm>
                <a:off x="9053038"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94" name="Slide Zoom 93">
                <a:extLst>
                  <a:ext uri="{FF2B5EF4-FFF2-40B4-BE49-F238E27FC236}">
                    <a16:creationId xmlns:a16="http://schemas.microsoft.com/office/drawing/2014/main" id="{8706E541-1336-0DE5-84BD-42C085F6F808}"/>
                  </a:ext>
                </a:extLst>
              </p:cNvPr>
              <p:cNvGraphicFramePr>
                <a:graphicFrameLocks noChangeAspect="1"/>
              </p:cNvGraphicFramePr>
              <p:nvPr>
                <p:extLst>
                  <p:ext uri="{D42A27DB-BD31-4B8C-83A1-F6EECF244321}">
                    <p14:modId xmlns:p14="http://schemas.microsoft.com/office/powerpoint/2010/main" val="1200162381"/>
                  </p:ext>
                </p:extLst>
              </p:nvPr>
            </p:nvGraphicFramePr>
            <p:xfrm>
              <a:off x="9053038" y="3268980"/>
              <a:ext cx="227584" cy="128016"/>
            </p:xfrm>
            <a:graphic>
              <a:graphicData uri="http://schemas.microsoft.com/office/powerpoint/2016/slidezoom">
                <pslz:sldZm>
                  <pslz:sldZmObj sldId="2147473935" cId="1990656337">
                    <pslz:zmPr id="{83190FF6-1AA5-46FD-BCB3-720400CC5A99}" returnToParent="0" transitionDur="1000">
                      <p166:blipFill xmlns:p166="http://schemas.microsoft.com/office/powerpoint/2016/6/main">
                        <a:blip r:embed="rId6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94" name="Slide Zoom 93">
                <a:hlinkClick r:id="rId61" action="ppaction://hlinksldjump"/>
                <a:extLst>
                  <a:ext uri="{FF2B5EF4-FFF2-40B4-BE49-F238E27FC236}">
                    <a16:creationId xmlns:a16="http://schemas.microsoft.com/office/drawing/2014/main" id="{8706E541-1336-0DE5-84BD-42C085F6F808}"/>
                  </a:ext>
                </a:extLst>
              </p:cNvPr>
              <p:cNvPicPr>
                <a:picLocks noGrp="1" noRot="1" noChangeAspect="1" noMove="1" noResize="1" noEditPoints="1" noAdjustHandles="1" noChangeArrowheads="1" noChangeShapeType="1"/>
              </p:cNvPicPr>
              <p:nvPr/>
            </p:nvPicPr>
            <p:blipFill>
              <a:blip r:embed="rId60"/>
              <a:stretch>
                <a:fillRect/>
              </a:stretch>
            </p:blipFill>
            <p:spPr>
              <a:xfrm>
                <a:off x="9053038" y="326898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96" name="Slide Zoom 95">
                <a:extLst>
                  <a:ext uri="{FF2B5EF4-FFF2-40B4-BE49-F238E27FC236}">
                    <a16:creationId xmlns:a16="http://schemas.microsoft.com/office/drawing/2014/main" id="{B1AF6222-2CE5-D03B-5F63-C3DDF2224A9E}"/>
                  </a:ext>
                </a:extLst>
              </p:cNvPr>
              <p:cNvGraphicFramePr>
                <a:graphicFrameLocks noChangeAspect="1"/>
              </p:cNvGraphicFramePr>
              <p:nvPr>
                <p:extLst>
                  <p:ext uri="{D42A27DB-BD31-4B8C-83A1-F6EECF244321}">
                    <p14:modId xmlns:p14="http://schemas.microsoft.com/office/powerpoint/2010/main" val="4147473560"/>
                  </p:ext>
                </p:extLst>
              </p:nvPr>
            </p:nvGraphicFramePr>
            <p:xfrm>
              <a:off x="9053038" y="4132135"/>
              <a:ext cx="227584" cy="128016"/>
            </p:xfrm>
            <a:graphic>
              <a:graphicData uri="http://schemas.microsoft.com/office/powerpoint/2016/slidezoom">
                <pslz:sldZm>
                  <pslz:sldZmObj sldId="2147473910" cId="3235627756">
                    <pslz:zmPr id="{38BA6162-AD80-4109-91CF-9572C337CCFB}" returnToParent="0" transitionDur="1000">
                      <p166:blipFill xmlns:p166="http://schemas.microsoft.com/office/powerpoint/2016/6/main">
                        <a:blip r:embed="rId6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96" name="Slide Zoom 95">
                <a:hlinkClick r:id="rId63" action="ppaction://hlinksldjump"/>
                <a:extLst>
                  <a:ext uri="{FF2B5EF4-FFF2-40B4-BE49-F238E27FC236}">
                    <a16:creationId xmlns:a16="http://schemas.microsoft.com/office/drawing/2014/main" id="{B1AF6222-2CE5-D03B-5F63-C3DDF2224A9E}"/>
                  </a:ext>
                </a:extLst>
              </p:cNvPr>
              <p:cNvPicPr>
                <a:picLocks noGrp="1" noRot="1" noChangeAspect="1" noMove="1" noResize="1" noEditPoints="1" noAdjustHandles="1" noChangeArrowheads="1" noChangeShapeType="1"/>
              </p:cNvPicPr>
              <p:nvPr/>
            </p:nvPicPr>
            <p:blipFill>
              <a:blip r:embed="rId62"/>
              <a:stretch>
                <a:fillRect/>
              </a:stretch>
            </p:blipFill>
            <p:spPr>
              <a:xfrm>
                <a:off x="9053038" y="4132135"/>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98" name="Slide Zoom 97">
                <a:extLst>
                  <a:ext uri="{FF2B5EF4-FFF2-40B4-BE49-F238E27FC236}">
                    <a16:creationId xmlns:a16="http://schemas.microsoft.com/office/drawing/2014/main" id="{0693AA63-2898-66C9-ED1E-8AF90F47E6A5}"/>
                  </a:ext>
                </a:extLst>
              </p:cNvPr>
              <p:cNvGraphicFramePr>
                <a:graphicFrameLocks noChangeAspect="1"/>
              </p:cNvGraphicFramePr>
              <p:nvPr>
                <p:extLst>
                  <p:ext uri="{D42A27DB-BD31-4B8C-83A1-F6EECF244321}">
                    <p14:modId xmlns:p14="http://schemas.microsoft.com/office/powerpoint/2010/main" val="1316433822"/>
                  </p:ext>
                </p:extLst>
              </p:nvPr>
            </p:nvGraphicFramePr>
            <p:xfrm>
              <a:off x="9053038" y="4988052"/>
              <a:ext cx="227584" cy="128016"/>
            </p:xfrm>
            <a:graphic>
              <a:graphicData uri="http://schemas.microsoft.com/office/powerpoint/2016/slidezoom">
                <pslz:sldZm>
                  <pslz:sldZmObj sldId="2147473924" cId="484104730">
                    <pslz:zmPr id="{7018BCD8-1A47-436F-A233-9A00754D779C}" returnToParent="0" transitionDur="1000">
                      <p166:blipFill xmlns:p166="http://schemas.microsoft.com/office/powerpoint/2016/6/main">
                        <a:blip r:embed="rId6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98" name="Slide Zoom 97">
                <a:hlinkClick r:id="rId65" action="ppaction://hlinksldjump"/>
                <a:extLst>
                  <a:ext uri="{FF2B5EF4-FFF2-40B4-BE49-F238E27FC236}">
                    <a16:creationId xmlns:a16="http://schemas.microsoft.com/office/drawing/2014/main" id="{0693AA63-2898-66C9-ED1E-8AF90F47E6A5}"/>
                  </a:ext>
                </a:extLst>
              </p:cNvPr>
              <p:cNvPicPr>
                <a:picLocks noGrp="1" noRot="1" noChangeAspect="1" noMove="1" noResize="1" noEditPoints="1" noAdjustHandles="1" noChangeArrowheads="1" noChangeShapeType="1"/>
              </p:cNvPicPr>
              <p:nvPr/>
            </p:nvPicPr>
            <p:blipFill>
              <a:blip r:embed="rId64"/>
              <a:stretch>
                <a:fillRect/>
              </a:stretch>
            </p:blipFill>
            <p:spPr>
              <a:xfrm>
                <a:off x="9053038" y="4988052"/>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0" name="Slide Zoom 99">
                <a:extLst>
                  <a:ext uri="{FF2B5EF4-FFF2-40B4-BE49-F238E27FC236}">
                    <a16:creationId xmlns:a16="http://schemas.microsoft.com/office/drawing/2014/main" id="{7BCD7CED-1B89-FA06-CCF6-FE2C85A3C43D}"/>
                  </a:ext>
                </a:extLst>
              </p:cNvPr>
              <p:cNvGraphicFramePr>
                <a:graphicFrameLocks noChangeAspect="1"/>
              </p:cNvGraphicFramePr>
              <p:nvPr>
                <p:extLst>
                  <p:ext uri="{D42A27DB-BD31-4B8C-83A1-F6EECF244321}">
                    <p14:modId xmlns:p14="http://schemas.microsoft.com/office/powerpoint/2010/main" val="2033923770"/>
                  </p:ext>
                </p:extLst>
              </p:nvPr>
            </p:nvGraphicFramePr>
            <p:xfrm>
              <a:off x="10126163" y="1569720"/>
              <a:ext cx="227584" cy="128016"/>
            </p:xfrm>
            <a:graphic>
              <a:graphicData uri="http://schemas.microsoft.com/office/powerpoint/2016/slidezoom">
                <pslz:sldZm>
                  <pslz:sldZmObj sldId="2147473937" cId="1236633554">
                    <pslz:zmPr id="{9A6984A2-EB5F-46F2-A854-F95E12207EB2}" returnToParent="0" transitionDur="1000">
                      <p166:blipFill xmlns:p166="http://schemas.microsoft.com/office/powerpoint/2016/6/main">
                        <a:blip r:embed="rId6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00" name="Slide Zoom 99">
                <a:hlinkClick r:id="rId67" action="ppaction://hlinksldjump"/>
                <a:extLst>
                  <a:ext uri="{FF2B5EF4-FFF2-40B4-BE49-F238E27FC236}">
                    <a16:creationId xmlns:a16="http://schemas.microsoft.com/office/drawing/2014/main" id="{7BCD7CED-1B89-FA06-CCF6-FE2C85A3C43D}"/>
                  </a:ext>
                </a:extLst>
              </p:cNvPr>
              <p:cNvPicPr>
                <a:picLocks noGrp="1" noRot="1" noChangeAspect="1" noMove="1" noResize="1" noEditPoints="1" noAdjustHandles="1" noChangeArrowheads="1" noChangeShapeType="1"/>
              </p:cNvPicPr>
              <p:nvPr/>
            </p:nvPicPr>
            <p:blipFill>
              <a:blip r:embed="rId66"/>
              <a:stretch>
                <a:fillRect/>
              </a:stretch>
            </p:blipFill>
            <p:spPr>
              <a:xfrm>
                <a:off x="10126163"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2" name="Slide Zoom 101">
                <a:extLst>
                  <a:ext uri="{FF2B5EF4-FFF2-40B4-BE49-F238E27FC236}">
                    <a16:creationId xmlns:a16="http://schemas.microsoft.com/office/drawing/2014/main" id="{00B5A001-9B67-A49C-1AFC-C658297FBF47}"/>
                  </a:ext>
                </a:extLst>
              </p:cNvPr>
              <p:cNvGraphicFramePr>
                <a:graphicFrameLocks noChangeAspect="1"/>
              </p:cNvGraphicFramePr>
              <p:nvPr>
                <p:extLst>
                  <p:ext uri="{D42A27DB-BD31-4B8C-83A1-F6EECF244321}">
                    <p14:modId xmlns:p14="http://schemas.microsoft.com/office/powerpoint/2010/main" val="447277465"/>
                  </p:ext>
                </p:extLst>
              </p:nvPr>
            </p:nvGraphicFramePr>
            <p:xfrm>
              <a:off x="10126163" y="2426970"/>
              <a:ext cx="227584" cy="128016"/>
            </p:xfrm>
            <a:graphic>
              <a:graphicData uri="http://schemas.microsoft.com/office/powerpoint/2016/slidezoom">
                <pslz:sldZm>
                  <pslz:sldZmObj sldId="2147473939" cId="4022277865">
                    <pslz:zmPr id="{D2D4920B-D9E0-4E85-9077-4A4D28083F5E}" returnToParent="0" transitionDur="1000">
                      <p166:blipFill xmlns:p166="http://schemas.microsoft.com/office/powerpoint/2016/6/main">
                        <a:blip r:embed="rId6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02" name="Slide Zoom 101">
                <a:hlinkClick r:id="rId69" action="ppaction://hlinksldjump"/>
                <a:extLst>
                  <a:ext uri="{FF2B5EF4-FFF2-40B4-BE49-F238E27FC236}">
                    <a16:creationId xmlns:a16="http://schemas.microsoft.com/office/drawing/2014/main" id="{00B5A001-9B67-A49C-1AFC-C658297FBF47}"/>
                  </a:ext>
                </a:extLst>
              </p:cNvPr>
              <p:cNvPicPr>
                <a:picLocks noGrp="1" noRot="1" noChangeAspect="1" noMove="1" noResize="1" noEditPoints="1" noAdjustHandles="1" noChangeArrowheads="1" noChangeShapeType="1"/>
              </p:cNvPicPr>
              <p:nvPr/>
            </p:nvPicPr>
            <p:blipFill>
              <a:blip r:embed="rId68"/>
              <a:stretch>
                <a:fillRect/>
              </a:stretch>
            </p:blipFill>
            <p:spPr>
              <a:xfrm>
                <a:off x="10126163"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4" name="Slide Zoom 103">
                <a:extLst>
                  <a:ext uri="{FF2B5EF4-FFF2-40B4-BE49-F238E27FC236}">
                    <a16:creationId xmlns:a16="http://schemas.microsoft.com/office/drawing/2014/main" id="{DF107163-C2AF-74F5-9777-95659AE2AFCB}"/>
                  </a:ext>
                </a:extLst>
              </p:cNvPr>
              <p:cNvGraphicFramePr>
                <a:graphicFrameLocks noChangeAspect="1"/>
              </p:cNvGraphicFramePr>
              <p:nvPr>
                <p:extLst>
                  <p:ext uri="{D42A27DB-BD31-4B8C-83A1-F6EECF244321}">
                    <p14:modId xmlns:p14="http://schemas.microsoft.com/office/powerpoint/2010/main" val="4144031167"/>
                  </p:ext>
                </p:extLst>
              </p:nvPr>
            </p:nvGraphicFramePr>
            <p:xfrm>
              <a:off x="11022862" y="1569720"/>
              <a:ext cx="227584" cy="128016"/>
            </p:xfrm>
            <a:graphic>
              <a:graphicData uri="http://schemas.microsoft.com/office/powerpoint/2016/slidezoom">
                <pslz:sldZm>
                  <pslz:sldZmObj sldId="2147473941" cId="2529777568">
                    <pslz:zmPr id="{A600B7C6-B5B3-4473-8306-65E8D008AAAF}" returnToParent="0" transitionDur="1000">
                      <p166:blipFill xmlns:p166="http://schemas.microsoft.com/office/powerpoint/2016/6/main">
                        <a:blip r:embed="rId7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04" name="Slide Zoom 103">
                <a:hlinkClick r:id="rId71" action="ppaction://hlinksldjump"/>
                <a:extLst>
                  <a:ext uri="{FF2B5EF4-FFF2-40B4-BE49-F238E27FC236}">
                    <a16:creationId xmlns:a16="http://schemas.microsoft.com/office/drawing/2014/main" id="{DF107163-C2AF-74F5-9777-95659AE2AFCB}"/>
                  </a:ext>
                </a:extLst>
              </p:cNvPr>
              <p:cNvPicPr>
                <a:picLocks noGrp="1" noRot="1" noChangeAspect="1" noMove="1" noResize="1" noEditPoints="1" noAdjustHandles="1" noChangeArrowheads="1" noChangeShapeType="1"/>
              </p:cNvPicPr>
              <p:nvPr/>
            </p:nvPicPr>
            <p:blipFill>
              <a:blip r:embed="rId70"/>
              <a:stretch>
                <a:fillRect/>
              </a:stretch>
            </p:blipFill>
            <p:spPr>
              <a:xfrm>
                <a:off x="11022862" y="15697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6" name="Slide Zoom 105">
                <a:extLst>
                  <a:ext uri="{FF2B5EF4-FFF2-40B4-BE49-F238E27FC236}">
                    <a16:creationId xmlns:a16="http://schemas.microsoft.com/office/drawing/2014/main" id="{B4ACF8EE-58CF-8013-99D2-7CC45DCF93E1}"/>
                  </a:ext>
                </a:extLst>
              </p:cNvPr>
              <p:cNvGraphicFramePr>
                <a:graphicFrameLocks noChangeAspect="1"/>
              </p:cNvGraphicFramePr>
              <p:nvPr>
                <p:extLst>
                  <p:ext uri="{D42A27DB-BD31-4B8C-83A1-F6EECF244321}">
                    <p14:modId xmlns:p14="http://schemas.microsoft.com/office/powerpoint/2010/main" val="996693630"/>
                  </p:ext>
                </p:extLst>
              </p:nvPr>
            </p:nvGraphicFramePr>
            <p:xfrm>
              <a:off x="11020078" y="2426970"/>
              <a:ext cx="227584" cy="128016"/>
            </p:xfrm>
            <a:graphic>
              <a:graphicData uri="http://schemas.microsoft.com/office/powerpoint/2016/slidezoom">
                <pslz:sldZm>
                  <pslz:sldZmObj sldId="2147473943" cId="1369210935">
                    <pslz:zmPr id="{F662E7DD-99B4-414D-B89D-DC14AEA9183B}" returnToParent="0" transitionDur="1000">
                      <p166:blipFill xmlns:p166="http://schemas.microsoft.com/office/powerpoint/2016/6/main">
                        <a:blip r:embed="rId72"/>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06" name="Slide Zoom 105">
                <a:hlinkClick r:id="rId73" action="ppaction://hlinksldjump"/>
                <a:extLst>
                  <a:ext uri="{FF2B5EF4-FFF2-40B4-BE49-F238E27FC236}">
                    <a16:creationId xmlns:a16="http://schemas.microsoft.com/office/drawing/2014/main" id="{B4ACF8EE-58CF-8013-99D2-7CC45DCF93E1}"/>
                  </a:ext>
                </a:extLst>
              </p:cNvPr>
              <p:cNvPicPr>
                <a:picLocks noGrp="1" noRot="1" noChangeAspect="1" noMove="1" noResize="1" noEditPoints="1" noAdjustHandles="1" noChangeArrowheads="1" noChangeShapeType="1"/>
              </p:cNvPicPr>
              <p:nvPr/>
            </p:nvPicPr>
            <p:blipFill>
              <a:blip r:embed="rId72"/>
              <a:stretch>
                <a:fillRect/>
              </a:stretch>
            </p:blipFill>
            <p:spPr>
              <a:xfrm>
                <a:off x="11020078" y="242697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08" name="Slide Zoom 107">
                <a:extLst>
                  <a:ext uri="{FF2B5EF4-FFF2-40B4-BE49-F238E27FC236}">
                    <a16:creationId xmlns:a16="http://schemas.microsoft.com/office/drawing/2014/main" id="{2796CB1C-85D1-7C3E-A8B6-C187A170F85F}"/>
                  </a:ext>
                </a:extLst>
              </p:cNvPr>
              <p:cNvGraphicFramePr>
                <a:graphicFrameLocks noChangeAspect="1"/>
              </p:cNvGraphicFramePr>
              <p:nvPr>
                <p:extLst>
                  <p:ext uri="{D42A27DB-BD31-4B8C-83A1-F6EECF244321}">
                    <p14:modId xmlns:p14="http://schemas.microsoft.com/office/powerpoint/2010/main" val="800536181"/>
                  </p:ext>
                </p:extLst>
              </p:nvPr>
            </p:nvGraphicFramePr>
            <p:xfrm>
              <a:off x="11022862" y="3284220"/>
              <a:ext cx="227584" cy="128016"/>
            </p:xfrm>
            <a:graphic>
              <a:graphicData uri="http://schemas.microsoft.com/office/powerpoint/2016/slidezoom">
                <pslz:sldZm>
                  <pslz:sldZmObj sldId="2147473945" cId="2231031933">
                    <pslz:zmPr id="{8E82D3FC-A0FB-4DBA-9634-CBBB21575587}" returnToParent="0" transitionDur="1000">
                      <p166:blipFill xmlns:p166="http://schemas.microsoft.com/office/powerpoint/2016/6/main">
                        <a:blip r:embed="rId74"/>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08" name="Slide Zoom 107">
                <a:hlinkClick r:id="rId75" action="ppaction://hlinksldjump"/>
                <a:extLst>
                  <a:ext uri="{FF2B5EF4-FFF2-40B4-BE49-F238E27FC236}">
                    <a16:creationId xmlns:a16="http://schemas.microsoft.com/office/drawing/2014/main" id="{2796CB1C-85D1-7C3E-A8B6-C187A170F85F}"/>
                  </a:ext>
                </a:extLst>
              </p:cNvPr>
              <p:cNvPicPr>
                <a:picLocks noGrp="1" noRot="1" noChangeAspect="1" noMove="1" noResize="1" noEditPoints="1" noAdjustHandles="1" noChangeArrowheads="1" noChangeShapeType="1"/>
              </p:cNvPicPr>
              <p:nvPr/>
            </p:nvPicPr>
            <p:blipFill>
              <a:blip r:embed="rId74"/>
              <a:stretch>
                <a:fillRect/>
              </a:stretch>
            </p:blipFill>
            <p:spPr>
              <a:xfrm>
                <a:off x="11022862" y="3284220"/>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10" name="Slide Zoom 109">
                <a:extLst>
                  <a:ext uri="{FF2B5EF4-FFF2-40B4-BE49-F238E27FC236}">
                    <a16:creationId xmlns:a16="http://schemas.microsoft.com/office/drawing/2014/main" id="{30442771-F034-575C-F558-7ECDA0B5E8FE}"/>
                  </a:ext>
                </a:extLst>
              </p:cNvPr>
              <p:cNvGraphicFramePr>
                <a:graphicFrameLocks noChangeAspect="1"/>
              </p:cNvGraphicFramePr>
              <p:nvPr>
                <p:extLst>
                  <p:ext uri="{D42A27DB-BD31-4B8C-83A1-F6EECF244321}">
                    <p14:modId xmlns:p14="http://schemas.microsoft.com/office/powerpoint/2010/main" val="2592068922"/>
                  </p:ext>
                </p:extLst>
              </p:nvPr>
            </p:nvGraphicFramePr>
            <p:xfrm>
              <a:off x="11020078" y="4132135"/>
              <a:ext cx="227584" cy="128016"/>
            </p:xfrm>
            <a:graphic>
              <a:graphicData uri="http://schemas.microsoft.com/office/powerpoint/2016/slidezoom">
                <pslz:sldZm>
                  <pslz:sldZmObj sldId="2147473947" cId="2355614870">
                    <pslz:zmPr id="{A91EF041-D684-4A88-ADC1-A91D542E1EDE}" returnToParent="0" transitionDur="1000">
                      <p166:blipFill xmlns:p166="http://schemas.microsoft.com/office/powerpoint/2016/6/main">
                        <a:blip r:embed="rId76"/>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10" name="Slide Zoom 109">
                <a:hlinkClick r:id="rId77" action="ppaction://hlinksldjump"/>
                <a:extLst>
                  <a:ext uri="{FF2B5EF4-FFF2-40B4-BE49-F238E27FC236}">
                    <a16:creationId xmlns:a16="http://schemas.microsoft.com/office/drawing/2014/main" id="{30442771-F034-575C-F558-7ECDA0B5E8FE}"/>
                  </a:ext>
                </a:extLst>
              </p:cNvPr>
              <p:cNvPicPr>
                <a:picLocks noGrp="1" noRot="1" noChangeAspect="1" noMove="1" noResize="1" noEditPoints="1" noAdjustHandles="1" noChangeArrowheads="1" noChangeShapeType="1"/>
              </p:cNvPicPr>
              <p:nvPr/>
            </p:nvPicPr>
            <p:blipFill>
              <a:blip r:embed="rId76"/>
              <a:stretch>
                <a:fillRect/>
              </a:stretch>
            </p:blipFill>
            <p:spPr>
              <a:xfrm>
                <a:off x="11020078" y="4132135"/>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12" name="Slide Zoom 111">
                <a:extLst>
                  <a:ext uri="{FF2B5EF4-FFF2-40B4-BE49-F238E27FC236}">
                    <a16:creationId xmlns:a16="http://schemas.microsoft.com/office/drawing/2014/main" id="{2479F4F2-547F-ED2E-BCCD-EC36835C3869}"/>
                  </a:ext>
                </a:extLst>
              </p:cNvPr>
              <p:cNvGraphicFramePr>
                <a:graphicFrameLocks noChangeAspect="1"/>
              </p:cNvGraphicFramePr>
              <p:nvPr>
                <p:extLst>
                  <p:ext uri="{D42A27DB-BD31-4B8C-83A1-F6EECF244321}">
                    <p14:modId xmlns:p14="http://schemas.microsoft.com/office/powerpoint/2010/main" val="1213941030"/>
                  </p:ext>
                </p:extLst>
              </p:nvPr>
            </p:nvGraphicFramePr>
            <p:xfrm>
              <a:off x="11020078" y="5000053"/>
              <a:ext cx="227584" cy="128016"/>
            </p:xfrm>
            <a:graphic>
              <a:graphicData uri="http://schemas.microsoft.com/office/powerpoint/2016/slidezoom">
                <pslz:sldZm>
                  <pslz:sldZmObj sldId="2147473949" cId="635415034">
                    <pslz:zmPr id="{7670A1CA-A4C6-464B-BED3-8CD513AE44EB}" returnToParent="0" transitionDur="1000">
                      <p166:blipFill xmlns:p166="http://schemas.microsoft.com/office/powerpoint/2016/6/main">
                        <a:blip r:embed="rId78"/>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12" name="Slide Zoom 111">
                <a:hlinkClick r:id="rId79" action="ppaction://hlinksldjump"/>
                <a:extLst>
                  <a:ext uri="{FF2B5EF4-FFF2-40B4-BE49-F238E27FC236}">
                    <a16:creationId xmlns:a16="http://schemas.microsoft.com/office/drawing/2014/main" id="{2479F4F2-547F-ED2E-BCCD-EC36835C3869}"/>
                  </a:ext>
                </a:extLst>
              </p:cNvPr>
              <p:cNvPicPr>
                <a:picLocks noGrp="1" noRot="1" noChangeAspect="1" noMove="1" noResize="1" noEditPoints="1" noAdjustHandles="1" noChangeArrowheads="1" noChangeShapeType="1"/>
              </p:cNvPicPr>
              <p:nvPr/>
            </p:nvPicPr>
            <p:blipFill>
              <a:blip r:embed="rId78"/>
              <a:stretch>
                <a:fillRect/>
              </a:stretch>
            </p:blipFill>
            <p:spPr>
              <a:xfrm>
                <a:off x="11020078" y="5000053"/>
                <a:ext cx="227584" cy="128016"/>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114" name="Slide Zoom 113">
                <a:extLst>
                  <a:ext uri="{FF2B5EF4-FFF2-40B4-BE49-F238E27FC236}">
                    <a16:creationId xmlns:a16="http://schemas.microsoft.com/office/drawing/2014/main" id="{AF31D9FB-0C0F-56AC-E3FB-38309279F21B}"/>
                  </a:ext>
                </a:extLst>
              </p:cNvPr>
              <p:cNvGraphicFramePr>
                <a:graphicFrameLocks noChangeAspect="1"/>
              </p:cNvGraphicFramePr>
              <p:nvPr>
                <p:extLst>
                  <p:ext uri="{D42A27DB-BD31-4B8C-83A1-F6EECF244321}">
                    <p14:modId xmlns:p14="http://schemas.microsoft.com/office/powerpoint/2010/main" val="4197808444"/>
                  </p:ext>
                </p:extLst>
              </p:nvPr>
            </p:nvGraphicFramePr>
            <p:xfrm>
              <a:off x="11020078" y="5828734"/>
              <a:ext cx="227584" cy="128016"/>
            </p:xfrm>
            <a:graphic>
              <a:graphicData uri="http://schemas.microsoft.com/office/powerpoint/2016/slidezoom">
                <pslz:sldZm>
                  <pslz:sldZmObj sldId="2147473951" cId="3281670166">
                    <pslz:zmPr id="{0394ED4C-115C-40B2-BC4B-2D299841180E}" returnToParent="0" transitionDur="1000">
                      <p166:blipFill xmlns:p166="http://schemas.microsoft.com/office/powerpoint/2016/6/main">
                        <a:blip r:embed="rId80"/>
                        <a:stretch>
                          <a:fillRect/>
                        </a:stretch>
                      </p166:blipFill>
                      <p166:spPr xmlns:p166="http://schemas.microsoft.com/office/powerpoint/2016/6/main">
                        <a:xfrm>
                          <a:off x="0" y="0"/>
                          <a:ext cx="227584" cy="128016"/>
                        </a:xfrm>
                        <a:prstGeom prst="rect">
                          <a:avLst/>
                        </a:prstGeom>
                      </p166:spPr>
                    </pslz:zmPr>
                  </pslz:sldZmObj>
                </pslz:sldZm>
              </a:graphicData>
            </a:graphic>
          </p:graphicFrame>
        </mc:Choice>
        <mc:Fallback>
          <p:pic>
            <p:nvPicPr>
              <p:cNvPr id="114" name="Slide Zoom 113">
                <a:hlinkClick r:id="rId81" action="ppaction://hlinksldjump"/>
                <a:extLst>
                  <a:ext uri="{FF2B5EF4-FFF2-40B4-BE49-F238E27FC236}">
                    <a16:creationId xmlns:a16="http://schemas.microsoft.com/office/drawing/2014/main" id="{AF31D9FB-0C0F-56AC-E3FB-38309279F21B}"/>
                  </a:ext>
                </a:extLst>
              </p:cNvPr>
              <p:cNvPicPr>
                <a:picLocks noGrp="1" noRot="1" noChangeAspect="1" noMove="1" noResize="1" noEditPoints="1" noAdjustHandles="1" noChangeArrowheads="1" noChangeShapeType="1"/>
              </p:cNvPicPr>
              <p:nvPr/>
            </p:nvPicPr>
            <p:blipFill>
              <a:blip r:embed="rId80"/>
              <a:stretch>
                <a:fillRect/>
              </a:stretch>
            </p:blipFill>
            <p:spPr>
              <a:xfrm>
                <a:off x="11020078" y="5828734"/>
                <a:ext cx="227584" cy="128016"/>
              </a:xfrm>
              <a:prstGeom prst="rect">
                <a:avLst/>
              </a:prstGeom>
            </p:spPr>
          </p:pic>
        </mc:Fallback>
      </mc:AlternateContent>
    </p:spTree>
    <p:extLst>
      <p:ext uri="{BB962C8B-B14F-4D97-AF65-F5344CB8AC3E}">
        <p14:creationId xmlns:p14="http://schemas.microsoft.com/office/powerpoint/2010/main" val="1737567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A8FA4-7B4E-56ED-430F-C4A65D7DD8B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7A879DE-9B6C-2DAD-EF21-DADC6CCA7371}"/>
              </a:ext>
            </a:extLst>
          </p:cNvPr>
          <p:cNvSpPr>
            <a:spLocks noGrp="1"/>
          </p:cNvSpPr>
          <p:nvPr>
            <p:ph type="body" sz="quarter" idx="28"/>
          </p:nvPr>
        </p:nvSpPr>
        <p:spPr>
          <a:xfrm>
            <a:off x="1404620" y="2586269"/>
            <a:ext cx="9382760" cy="1685461"/>
          </a:xfrm>
        </p:spPr>
        <p:txBody>
          <a:bodyPr/>
          <a:lstStyle/>
          <a:p>
            <a:r>
              <a:rPr lang="vi-VN" sz="6000" dirty="0"/>
              <a:t>Terminology</a:t>
            </a:r>
            <a:endParaRPr lang="en-US" sz="6000" dirty="0"/>
          </a:p>
        </p:txBody>
      </p:sp>
    </p:spTree>
    <p:extLst>
      <p:ext uri="{BB962C8B-B14F-4D97-AF65-F5344CB8AC3E}">
        <p14:creationId xmlns:p14="http://schemas.microsoft.com/office/powerpoint/2010/main" val="3754506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1D76-67DA-5F3C-52C3-3CD103F6A7A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02F341B-8142-2981-E028-8EE9BCE79D4E}"/>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DBC50968-59C5-0FA1-7E3D-F4DE68F3492D}"/>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ECC2A4AB-8F64-23AB-23E8-40D88517F978}"/>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36" name="Group 35">
            <a:extLst>
              <a:ext uri="{FF2B5EF4-FFF2-40B4-BE49-F238E27FC236}">
                <a16:creationId xmlns:a16="http://schemas.microsoft.com/office/drawing/2014/main" id="{2B104E2B-2C86-A3E3-4625-DBA720DB08F1}"/>
              </a:ext>
            </a:extLst>
          </p:cNvPr>
          <p:cNvGrpSpPr/>
          <p:nvPr/>
        </p:nvGrpSpPr>
        <p:grpSpPr>
          <a:xfrm>
            <a:off x="217156" y="4341305"/>
            <a:ext cx="11591113" cy="738664"/>
            <a:chOff x="300443" y="2332607"/>
            <a:chExt cx="11591113" cy="738664"/>
          </a:xfrm>
        </p:grpSpPr>
        <p:grpSp>
          <p:nvGrpSpPr>
            <p:cNvPr id="29" name="Group 28">
              <a:extLst>
                <a:ext uri="{FF2B5EF4-FFF2-40B4-BE49-F238E27FC236}">
                  <a16:creationId xmlns:a16="http://schemas.microsoft.com/office/drawing/2014/main" id="{25125525-0467-25A5-DF62-04F6C25E5DE5}"/>
                </a:ext>
              </a:extLst>
            </p:cNvPr>
            <p:cNvGrpSpPr/>
            <p:nvPr/>
          </p:nvGrpSpPr>
          <p:grpSpPr>
            <a:xfrm>
              <a:off x="300443" y="2332607"/>
              <a:ext cx="11591113" cy="738664"/>
              <a:chOff x="300443" y="2209461"/>
              <a:chExt cx="11591113" cy="738664"/>
            </a:xfrm>
          </p:grpSpPr>
          <p:sp>
            <p:nvSpPr>
              <p:cNvPr id="24" name="TextBox 23">
                <a:extLst>
                  <a:ext uri="{FF2B5EF4-FFF2-40B4-BE49-F238E27FC236}">
                    <a16:creationId xmlns:a16="http://schemas.microsoft.com/office/drawing/2014/main" id="{54D0B492-1E6C-6A82-86AF-980123DDAD57}"/>
                  </a:ext>
                </a:extLst>
              </p:cNvPr>
              <p:cNvSpPr txBox="1"/>
              <p:nvPr/>
            </p:nvSpPr>
            <p:spPr>
              <a:xfrm>
                <a:off x="300443" y="2209461"/>
                <a:ext cx="6452781" cy="369332"/>
              </a:xfrm>
              <a:prstGeom prst="rect">
                <a:avLst/>
              </a:prstGeom>
              <a:noFill/>
            </p:spPr>
            <p:txBody>
              <a:bodyPr wrap="square">
                <a:spAutoFit/>
              </a:bodyPr>
              <a:lstStyle/>
              <a:p>
                <a:r>
                  <a:rPr lang="en-US" b="1" dirty="0"/>
                  <a:t>CI/CD Pipeline</a:t>
                </a:r>
              </a:p>
            </p:txBody>
          </p:sp>
          <p:sp>
            <p:nvSpPr>
              <p:cNvPr id="28" name="TextBox 27">
                <a:extLst>
                  <a:ext uri="{FF2B5EF4-FFF2-40B4-BE49-F238E27FC236}">
                    <a16:creationId xmlns:a16="http://schemas.microsoft.com/office/drawing/2014/main" id="{149D65D6-CAC2-F101-7152-F396C213F564}"/>
                  </a:ext>
                </a:extLst>
              </p:cNvPr>
              <p:cNvSpPr txBox="1"/>
              <p:nvPr/>
            </p:nvSpPr>
            <p:spPr>
              <a:xfrm>
                <a:off x="300443" y="2578793"/>
                <a:ext cx="11591113" cy="369332"/>
              </a:xfrm>
              <a:prstGeom prst="rect">
                <a:avLst/>
              </a:prstGeom>
              <a:noFill/>
            </p:spPr>
            <p:txBody>
              <a:bodyPr wrap="square">
                <a:spAutoFit/>
              </a:bodyPr>
              <a:lstStyle/>
              <a:p>
                <a:r>
                  <a:rPr lang="en-US" dirty="0"/>
                  <a:t>A CI/CD pipeline guides the process of software development through a path of building, testing, and deploying code.</a:t>
                </a:r>
              </a:p>
            </p:txBody>
          </p:sp>
        </p:grpSp>
        <p:pic>
          <p:nvPicPr>
            <p:cNvPr id="30" name="Picture 29">
              <a:hlinkClick r:id="rId3"/>
              <a:extLst>
                <a:ext uri="{FF2B5EF4-FFF2-40B4-BE49-F238E27FC236}">
                  <a16:creationId xmlns:a16="http://schemas.microsoft.com/office/drawing/2014/main" id="{365548F1-1782-BDAF-A667-2FA07AB2C307}"/>
                </a:ext>
              </a:extLst>
            </p:cNvPr>
            <p:cNvPicPr>
              <a:picLocks noChangeAspect="1"/>
            </p:cNvPicPr>
            <p:nvPr/>
          </p:nvPicPr>
          <p:blipFill>
            <a:blip r:embed="rId4"/>
            <a:stretch>
              <a:fillRect/>
            </a:stretch>
          </p:blipFill>
          <p:spPr>
            <a:xfrm>
              <a:off x="1851545" y="2332607"/>
              <a:ext cx="316888" cy="316888"/>
            </a:xfrm>
            <a:prstGeom prst="rect">
              <a:avLst/>
            </a:prstGeom>
          </p:spPr>
        </p:pic>
      </p:grpSp>
      <p:grpSp>
        <p:nvGrpSpPr>
          <p:cNvPr id="38" name="Group 37">
            <a:extLst>
              <a:ext uri="{FF2B5EF4-FFF2-40B4-BE49-F238E27FC236}">
                <a16:creationId xmlns:a16="http://schemas.microsoft.com/office/drawing/2014/main" id="{D7884259-28E3-9930-7016-0D49EDDCBABE}"/>
              </a:ext>
            </a:extLst>
          </p:cNvPr>
          <p:cNvGrpSpPr/>
          <p:nvPr/>
        </p:nvGrpSpPr>
        <p:grpSpPr>
          <a:xfrm>
            <a:off x="268136" y="1182464"/>
            <a:ext cx="11667727" cy="1082903"/>
            <a:chOff x="268136" y="1182464"/>
            <a:chExt cx="11667727" cy="1082903"/>
          </a:xfrm>
        </p:grpSpPr>
        <p:grpSp>
          <p:nvGrpSpPr>
            <p:cNvPr id="35" name="Group 34">
              <a:extLst>
                <a:ext uri="{FF2B5EF4-FFF2-40B4-BE49-F238E27FC236}">
                  <a16:creationId xmlns:a16="http://schemas.microsoft.com/office/drawing/2014/main" id="{AA865E77-2A57-1F6F-DB6B-141965C5A997}"/>
                </a:ext>
              </a:extLst>
            </p:cNvPr>
            <p:cNvGrpSpPr/>
            <p:nvPr/>
          </p:nvGrpSpPr>
          <p:grpSpPr>
            <a:xfrm>
              <a:off x="268136" y="1249704"/>
              <a:ext cx="11667727" cy="1015663"/>
              <a:chOff x="268136" y="1249704"/>
              <a:chExt cx="11667727" cy="1015663"/>
            </a:xfrm>
          </p:grpSpPr>
          <p:sp>
            <p:nvSpPr>
              <p:cNvPr id="5" name="TextBox 4">
                <a:extLst>
                  <a:ext uri="{FF2B5EF4-FFF2-40B4-BE49-F238E27FC236}">
                    <a16:creationId xmlns:a16="http://schemas.microsoft.com/office/drawing/2014/main" id="{29A3AE8E-D22F-74A4-62DE-6DAE438EB8F4}"/>
                  </a:ext>
                </a:extLst>
              </p:cNvPr>
              <p:cNvSpPr txBox="1"/>
              <p:nvPr/>
            </p:nvSpPr>
            <p:spPr>
              <a:xfrm>
                <a:off x="268136" y="1249704"/>
                <a:ext cx="11623420" cy="369332"/>
              </a:xfrm>
              <a:prstGeom prst="rect">
                <a:avLst/>
              </a:prstGeom>
              <a:noFill/>
            </p:spPr>
            <p:txBody>
              <a:bodyPr wrap="square">
                <a:spAutoFit/>
              </a:bodyPr>
              <a:lstStyle/>
              <a:p>
                <a:r>
                  <a:rPr lang="en-US" b="1" dirty="0"/>
                  <a:t>CI/CD (Continuous Integration &amp; Continuous Delivery/Deployment)</a:t>
                </a:r>
              </a:p>
            </p:txBody>
          </p:sp>
          <p:sp>
            <p:nvSpPr>
              <p:cNvPr id="34" name="TextBox 33">
                <a:extLst>
                  <a:ext uri="{FF2B5EF4-FFF2-40B4-BE49-F238E27FC236}">
                    <a16:creationId xmlns:a16="http://schemas.microsoft.com/office/drawing/2014/main" id="{D47B5351-3461-4908-227B-A61D19799249}"/>
                  </a:ext>
                </a:extLst>
              </p:cNvPr>
              <p:cNvSpPr txBox="1"/>
              <p:nvPr/>
            </p:nvSpPr>
            <p:spPr>
              <a:xfrm>
                <a:off x="312443" y="1619036"/>
                <a:ext cx="11623420" cy="646331"/>
              </a:xfrm>
              <a:prstGeom prst="rect">
                <a:avLst/>
              </a:prstGeom>
              <a:noFill/>
            </p:spPr>
            <p:txBody>
              <a:bodyPr wrap="square">
                <a:spAutoFit/>
              </a:bodyPr>
              <a:lstStyle/>
              <a:p>
                <a:r>
                  <a:rPr lang="en-US" dirty="0"/>
                  <a:t>It’s a DevOps practice that automates building, testing, and deploying code changes, enabling faster and more reliable software releases.</a:t>
                </a:r>
              </a:p>
            </p:txBody>
          </p:sp>
        </p:grpSp>
        <p:pic>
          <p:nvPicPr>
            <p:cNvPr id="37" name="Picture 14" descr="GitLab.com · GitLab">
              <a:hlinkClick r:id="rId5"/>
              <a:extLst>
                <a:ext uri="{FF2B5EF4-FFF2-40B4-BE49-F238E27FC236}">
                  <a16:creationId xmlns:a16="http://schemas.microsoft.com/office/drawing/2014/main" id="{60415C67-9328-441B-DECB-4D7187E043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0421" y="1182464"/>
              <a:ext cx="477230" cy="4772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roup 51">
            <a:extLst>
              <a:ext uri="{FF2B5EF4-FFF2-40B4-BE49-F238E27FC236}">
                <a16:creationId xmlns:a16="http://schemas.microsoft.com/office/drawing/2014/main" id="{6211E009-E7D3-EA79-F71C-F4730289DC4B}"/>
              </a:ext>
            </a:extLst>
          </p:cNvPr>
          <p:cNvGrpSpPr/>
          <p:nvPr/>
        </p:nvGrpSpPr>
        <p:grpSpPr>
          <a:xfrm>
            <a:off x="236789" y="2307513"/>
            <a:ext cx="11623717" cy="1804725"/>
            <a:chOff x="300442" y="3170659"/>
            <a:chExt cx="11623717" cy="1804725"/>
          </a:xfrm>
        </p:grpSpPr>
        <p:grpSp>
          <p:nvGrpSpPr>
            <p:cNvPr id="51" name="Group 50">
              <a:extLst>
                <a:ext uri="{FF2B5EF4-FFF2-40B4-BE49-F238E27FC236}">
                  <a16:creationId xmlns:a16="http://schemas.microsoft.com/office/drawing/2014/main" id="{0D857C65-062D-2527-FB4D-6432045DC292}"/>
                </a:ext>
              </a:extLst>
            </p:cNvPr>
            <p:cNvGrpSpPr/>
            <p:nvPr/>
          </p:nvGrpSpPr>
          <p:grpSpPr>
            <a:xfrm>
              <a:off x="300442" y="3170659"/>
              <a:ext cx="11623717" cy="1804725"/>
              <a:chOff x="300442" y="3170659"/>
              <a:chExt cx="11623717" cy="1804725"/>
            </a:xfrm>
          </p:grpSpPr>
          <p:sp>
            <p:nvSpPr>
              <p:cNvPr id="7" name="TextBox 6">
                <a:extLst>
                  <a:ext uri="{FF2B5EF4-FFF2-40B4-BE49-F238E27FC236}">
                    <a16:creationId xmlns:a16="http://schemas.microsoft.com/office/drawing/2014/main" id="{511A93F3-A9DB-8224-29AE-913B504EF211}"/>
                  </a:ext>
                </a:extLst>
              </p:cNvPr>
              <p:cNvSpPr txBox="1"/>
              <p:nvPr/>
            </p:nvSpPr>
            <p:spPr>
              <a:xfrm>
                <a:off x="300444" y="3170659"/>
                <a:ext cx="6096000" cy="369332"/>
              </a:xfrm>
              <a:prstGeom prst="rect">
                <a:avLst/>
              </a:prstGeom>
              <a:noFill/>
            </p:spPr>
            <p:txBody>
              <a:bodyPr wrap="square">
                <a:spAutoFit/>
              </a:bodyPr>
              <a:lstStyle/>
              <a:p>
                <a:r>
                  <a:rPr lang="en-US" b="1" dirty="0">
                    <a:solidFill>
                      <a:schemeClr val="accent2">
                        <a:lumMod val="75000"/>
                      </a:schemeClr>
                    </a:solidFill>
                  </a:rPr>
                  <a:t>GitLab CI</a:t>
                </a:r>
                <a:r>
                  <a:rPr lang="en-US" b="1" dirty="0"/>
                  <a:t>/CD</a:t>
                </a:r>
              </a:p>
            </p:txBody>
          </p:sp>
          <p:pic>
            <p:nvPicPr>
              <p:cNvPr id="42" name="Picture 41">
                <a:extLst>
                  <a:ext uri="{FF2B5EF4-FFF2-40B4-BE49-F238E27FC236}">
                    <a16:creationId xmlns:a16="http://schemas.microsoft.com/office/drawing/2014/main" id="{84C6D7AD-C49C-58E0-1BC0-008F876E84AA}"/>
                  </a:ext>
                </a:extLst>
              </p:cNvPr>
              <p:cNvPicPr>
                <a:picLocks noChangeAspect="1"/>
              </p:cNvPicPr>
              <p:nvPr/>
            </p:nvPicPr>
            <p:blipFill>
              <a:blip r:embed="rId7"/>
              <a:srcRect l="-267" t="4248" r="4508" b="-4248"/>
              <a:stretch>
                <a:fillRect/>
              </a:stretch>
            </p:blipFill>
            <p:spPr>
              <a:xfrm>
                <a:off x="357047" y="4184699"/>
                <a:ext cx="11567112" cy="790685"/>
              </a:xfrm>
              <a:prstGeom prst="rect">
                <a:avLst/>
              </a:prstGeom>
            </p:spPr>
          </p:pic>
          <p:sp>
            <p:nvSpPr>
              <p:cNvPr id="50" name="TextBox 49">
                <a:extLst>
                  <a:ext uri="{FF2B5EF4-FFF2-40B4-BE49-F238E27FC236}">
                    <a16:creationId xmlns:a16="http://schemas.microsoft.com/office/drawing/2014/main" id="{60063B5E-35CE-DCEC-B809-3D620040057A}"/>
                  </a:ext>
                </a:extLst>
              </p:cNvPr>
              <p:cNvSpPr txBox="1"/>
              <p:nvPr/>
            </p:nvSpPr>
            <p:spPr>
              <a:xfrm>
                <a:off x="300442" y="3539991"/>
                <a:ext cx="11534805" cy="646331"/>
              </a:xfrm>
              <a:prstGeom prst="rect">
                <a:avLst/>
              </a:prstGeom>
              <a:noFill/>
            </p:spPr>
            <p:txBody>
              <a:bodyPr wrap="square">
                <a:spAutoFit/>
              </a:bodyPr>
              <a:lstStyle/>
              <a:p>
                <a:r>
                  <a:rPr lang="en-US" dirty="0"/>
                  <a:t>GitLab CI/CD is a built-in feature of the GitLab version control platform, providing a complete CI/CD solution with a focus on simplicity and ease of use</a:t>
                </a:r>
              </a:p>
            </p:txBody>
          </p:sp>
        </p:grpSp>
        <p:pic>
          <p:nvPicPr>
            <p:cNvPr id="55298" name="Picture 2" descr="Fiveable">
              <a:hlinkClick r:id="rId8"/>
              <a:extLst>
                <a:ext uri="{FF2B5EF4-FFF2-40B4-BE49-F238E27FC236}">
                  <a16:creationId xmlns:a16="http://schemas.microsoft.com/office/drawing/2014/main" id="{34BEB842-E12F-5950-048C-DB9449EBF2A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24603" y="3221616"/>
              <a:ext cx="687659" cy="2659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Group 52">
            <a:extLst>
              <a:ext uri="{FF2B5EF4-FFF2-40B4-BE49-F238E27FC236}">
                <a16:creationId xmlns:a16="http://schemas.microsoft.com/office/drawing/2014/main" id="{76D45F61-7678-37EB-FD7C-01044DBAB213}"/>
              </a:ext>
            </a:extLst>
          </p:cNvPr>
          <p:cNvGrpSpPr/>
          <p:nvPr/>
        </p:nvGrpSpPr>
        <p:grpSpPr>
          <a:xfrm>
            <a:off x="194854" y="5291589"/>
            <a:ext cx="11633437" cy="804043"/>
            <a:chOff x="268136" y="1184325"/>
            <a:chExt cx="11633437" cy="804043"/>
          </a:xfrm>
        </p:grpSpPr>
        <p:grpSp>
          <p:nvGrpSpPr>
            <p:cNvPr id="54" name="Group 53">
              <a:extLst>
                <a:ext uri="{FF2B5EF4-FFF2-40B4-BE49-F238E27FC236}">
                  <a16:creationId xmlns:a16="http://schemas.microsoft.com/office/drawing/2014/main" id="{EB87DB91-67DA-A171-AC2F-BC95FA411E08}"/>
                </a:ext>
              </a:extLst>
            </p:cNvPr>
            <p:cNvGrpSpPr/>
            <p:nvPr/>
          </p:nvGrpSpPr>
          <p:grpSpPr>
            <a:xfrm>
              <a:off x="268136" y="1249704"/>
              <a:ext cx="11633437" cy="738664"/>
              <a:chOff x="268136" y="1249704"/>
              <a:chExt cx="11633437" cy="738664"/>
            </a:xfrm>
          </p:grpSpPr>
          <p:sp>
            <p:nvSpPr>
              <p:cNvPr id="56" name="TextBox 55">
                <a:extLst>
                  <a:ext uri="{FF2B5EF4-FFF2-40B4-BE49-F238E27FC236}">
                    <a16:creationId xmlns:a16="http://schemas.microsoft.com/office/drawing/2014/main" id="{BC435245-1BAF-80D8-2171-F29F54D675D0}"/>
                  </a:ext>
                </a:extLst>
              </p:cNvPr>
              <p:cNvSpPr txBox="1"/>
              <p:nvPr/>
            </p:nvSpPr>
            <p:spPr>
              <a:xfrm>
                <a:off x="268136" y="1249704"/>
                <a:ext cx="11623420" cy="369332"/>
              </a:xfrm>
              <a:prstGeom prst="rect">
                <a:avLst/>
              </a:prstGeom>
              <a:noFill/>
            </p:spPr>
            <p:txBody>
              <a:bodyPr wrap="square">
                <a:spAutoFit/>
              </a:bodyPr>
              <a:lstStyle/>
              <a:p>
                <a:r>
                  <a:rPr lang="en-US" b="1" dirty="0"/>
                  <a:t>GitLab CI/CD pipeline</a:t>
                </a:r>
              </a:p>
            </p:txBody>
          </p:sp>
          <p:sp>
            <p:nvSpPr>
              <p:cNvPr id="57" name="TextBox 56">
                <a:extLst>
                  <a:ext uri="{FF2B5EF4-FFF2-40B4-BE49-F238E27FC236}">
                    <a16:creationId xmlns:a16="http://schemas.microsoft.com/office/drawing/2014/main" id="{E0D175B3-B10F-CB02-BD4E-69CE1E6720B7}"/>
                  </a:ext>
                </a:extLst>
              </p:cNvPr>
              <p:cNvSpPr txBox="1"/>
              <p:nvPr/>
            </p:nvSpPr>
            <p:spPr>
              <a:xfrm>
                <a:off x="278153" y="1619036"/>
                <a:ext cx="11623420" cy="369332"/>
              </a:xfrm>
              <a:prstGeom prst="rect">
                <a:avLst/>
              </a:prstGeom>
              <a:noFill/>
            </p:spPr>
            <p:txBody>
              <a:bodyPr wrap="square">
                <a:spAutoFit/>
              </a:bodyPr>
              <a:lstStyle/>
              <a:p>
                <a:r>
                  <a:rPr lang="en-US" dirty="0"/>
                  <a:t>Pipelines are configured in a </a:t>
                </a:r>
                <a:r>
                  <a:rPr lang="en-US" b="1" dirty="0"/>
                  <a:t>.</a:t>
                </a:r>
                <a:r>
                  <a:rPr lang="en-US" b="1" dirty="0" err="1"/>
                  <a:t>gitlab-ci.yml</a:t>
                </a:r>
                <a:r>
                  <a:rPr lang="en-US" dirty="0"/>
                  <a:t> file by using </a:t>
                </a:r>
                <a:r>
                  <a:rPr lang="en-US" dirty="0">
                    <a:hlinkClick r:id="rId10"/>
                  </a:rPr>
                  <a:t>YAML keywords</a:t>
                </a:r>
                <a:r>
                  <a:rPr lang="en-US" dirty="0"/>
                  <a:t>.</a:t>
                </a:r>
              </a:p>
            </p:txBody>
          </p:sp>
        </p:grpSp>
        <p:pic>
          <p:nvPicPr>
            <p:cNvPr id="55" name="Picture 14" descr="GitLab.com · GitLab">
              <a:hlinkClick r:id="rId11"/>
              <a:extLst>
                <a:ext uri="{FF2B5EF4-FFF2-40B4-BE49-F238E27FC236}">
                  <a16:creationId xmlns:a16="http://schemas.microsoft.com/office/drawing/2014/main" id="{E3354BFC-9289-865B-6C76-0A1245E76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53311" y="1184325"/>
              <a:ext cx="477230" cy="477230"/>
            </a:xfrm>
            <a:prstGeom prst="rect">
              <a:avLst/>
            </a:prstGeom>
            <a:noFill/>
            <a:extLst>
              <a:ext uri="{909E8E84-426E-40DD-AFC4-6F175D3DCCD1}">
                <a14:hiddenFill xmlns:a14="http://schemas.microsoft.com/office/drawing/2010/main">
                  <a:solidFill>
                    <a:srgbClr val="FFFFFF"/>
                  </a:solidFill>
                </a14:hiddenFill>
              </a:ext>
            </a:extLst>
          </p:spPr>
        </p:pic>
      </p:grpSp>
      <p:sp>
        <p:nvSpPr>
          <p:cNvPr id="12" name="TextBox 11">
            <a:extLst>
              <a:ext uri="{FF2B5EF4-FFF2-40B4-BE49-F238E27FC236}">
                <a16:creationId xmlns:a16="http://schemas.microsoft.com/office/drawing/2014/main" id="{D1D56A3E-FB85-DFC9-4E4F-E8C4C91605AE}"/>
              </a:ext>
            </a:extLst>
          </p:cNvPr>
          <p:cNvSpPr txBox="1"/>
          <p:nvPr/>
        </p:nvSpPr>
        <p:spPr>
          <a:xfrm>
            <a:off x="7059037" y="5279616"/>
            <a:ext cx="3345052" cy="1169551"/>
          </a:xfrm>
          <a:prstGeom prst="rect">
            <a:avLst/>
          </a:prstGeom>
          <a:noFill/>
        </p:spPr>
        <p:txBody>
          <a:bodyPr wrap="square">
            <a:spAutoFit/>
          </a:bodyPr>
          <a:lstStyle/>
          <a:p>
            <a:r>
              <a:rPr lang="en-US" sz="1400" dirty="0"/>
              <a:t>YAML </a:t>
            </a:r>
            <a:r>
              <a:rPr lang="en-US" sz="1400" dirty="0" err="1"/>
              <a:t>Ain’t</a:t>
            </a:r>
            <a:r>
              <a:rPr lang="en-US" sz="1400" dirty="0"/>
              <a:t> Markup Language</a:t>
            </a:r>
          </a:p>
          <a:p>
            <a:r>
              <a:rPr lang="en-US" sz="1400" dirty="0"/>
              <a:t>a popular programming language</a:t>
            </a:r>
          </a:p>
          <a:p>
            <a:r>
              <a:rPr lang="en-US" sz="1400" dirty="0"/>
              <a:t>easy to read and understand</a:t>
            </a:r>
          </a:p>
          <a:p>
            <a:r>
              <a:rPr lang="en-US" sz="1400" dirty="0"/>
              <a:t>YAML file is a map or a list</a:t>
            </a:r>
          </a:p>
          <a:p>
            <a:r>
              <a:rPr lang="en-US" sz="1400" dirty="0"/>
              <a:t>Maps allow you to associate key-value pairs</a:t>
            </a:r>
          </a:p>
        </p:txBody>
      </p:sp>
      <p:pic>
        <p:nvPicPr>
          <p:cNvPr id="15" name="Picture 14">
            <a:extLst>
              <a:ext uri="{FF2B5EF4-FFF2-40B4-BE49-F238E27FC236}">
                <a16:creationId xmlns:a16="http://schemas.microsoft.com/office/drawing/2014/main" id="{07E72EA5-2409-26F1-D730-E2107A7D9F35}"/>
              </a:ext>
            </a:extLst>
          </p:cNvPr>
          <p:cNvPicPr>
            <a:picLocks noChangeAspect="1"/>
          </p:cNvPicPr>
          <p:nvPr/>
        </p:nvPicPr>
        <p:blipFill>
          <a:blip r:embed="rId12"/>
          <a:srcRect r="56989"/>
          <a:stretch>
            <a:fillRect/>
          </a:stretch>
        </p:blipFill>
        <p:spPr>
          <a:xfrm>
            <a:off x="9579023" y="5193527"/>
            <a:ext cx="2090865" cy="790685"/>
          </a:xfrm>
          <a:prstGeom prst="rect">
            <a:avLst/>
          </a:prstGeom>
        </p:spPr>
      </p:pic>
      <p:pic>
        <p:nvPicPr>
          <p:cNvPr id="17" name="Picture 16">
            <a:hlinkClick r:id="rId13"/>
            <a:extLst>
              <a:ext uri="{FF2B5EF4-FFF2-40B4-BE49-F238E27FC236}">
                <a16:creationId xmlns:a16="http://schemas.microsoft.com/office/drawing/2014/main" id="{14EE9EE2-7B39-4E84-9638-42C3039ED3BA}"/>
              </a:ext>
            </a:extLst>
          </p:cNvPr>
          <p:cNvPicPr>
            <a:picLocks noChangeAspect="1"/>
          </p:cNvPicPr>
          <p:nvPr/>
        </p:nvPicPr>
        <p:blipFill>
          <a:blip r:embed="rId4"/>
          <a:stretch>
            <a:fillRect/>
          </a:stretch>
        </p:blipFill>
        <p:spPr>
          <a:xfrm>
            <a:off x="10466011" y="6095632"/>
            <a:ext cx="316888" cy="316888"/>
          </a:xfrm>
          <a:prstGeom prst="rect">
            <a:avLst/>
          </a:prstGeom>
        </p:spPr>
      </p:pic>
      <p:sp>
        <p:nvSpPr>
          <p:cNvPr id="18" name="TextBox 17">
            <a:extLst>
              <a:ext uri="{FF2B5EF4-FFF2-40B4-BE49-F238E27FC236}">
                <a16:creationId xmlns:a16="http://schemas.microsoft.com/office/drawing/2014/main" id="{E92C027E-59F5-E69F-B33E-553C5597F5AD}"/>
              </a:ext>
            </a:extLst>
          </p:cNvPr>
          <p:cNvSpPr txBox="1"/>
          <p:nvPr/>
        </p:nvSpPr>
        <p:spPr>
          <a:xfrm>
            <a:off x="2377057" y="6096201"/>
            <a:ext cx="2581091" cy="369332"/>
          </a:xfrm>
          <a:prstGeom prst="rect">
            <a:avLst/>
          </a:prstGeom>
          <a:noFill/>
        </p:spPr>
        <p:txBody>
          <a:bodyPr wrap="none" rtlCol="0">
            <a:spAutoFit/>
          </a:bodyPr>
          <a:lstStyle/>
          <a:p>
            <a:r>
              <a:rPr lang="en-US" b="1" i="1" dirty="0"/>
              <a:t>CI Pipeline Definition File</a:t>
            </a:r>
          </a:p>
        </p:txBody>
      </p:sp>
    </p:spTree>
    <p:extLst>
      <p:ext uri="{BB962C8B-B14F-4D97-AF65-F5344CB8AC3E}">
        <p14:creationId xmlns:p14="http://schemas.microsoft.com/office/powerpoint/2010/main" val="417857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AA96E-70E5-90DC-267B-560C49B01DD7}"/>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9DF0EBB-9EAE-5C07-6293-BE0B292A7A62}"/>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357E0A01-9863-8052-28C9-53A35CC1DBFF}"/>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62C07B83-4DD9-01A9-92AA-8F8DD7AC2ECE}"/>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53" name="Group 52">
            <a:extLst>
              <a:ext uri="{FF2B5EF4-FFF2-40B4-BE49-F238E27FC236}">
                <a16:creationId xmlns:a16="http://schemas.microsoft.com/office/drawing/2014/main" id="{0DD3FE34-6968-D50E-DE52-8D14AA49C4BD}"/>
              </a:ext>
            </a:extLst>
          </p:cNvPr>
          <p:cNvGrpSpPr/>
          <p:nvPr/>
        </p:nvGrpSpPr>
        <p:grpSpPr>
          <a:xfrm>
            <a:off x="260723" y="1225074"/>
            <a:ext cx="11624833" cy="1091189"/>
            <a:chOff x="266723" y="1174178"/>
            <a:chExt cx="11624833" cy="1091189"/>
          </a:xfrm>
        </p:grpSpPr>
        <p:grpSp>
          <p:nvGrpSpPr>
            <p:cNvPr id="54" name="Group 53">
              <a:extLst>
                <a:ext uri="{FF2B5EF4-FFF2-40B4-BE49-F238E27FC236}">
                  <a16:creationId xmlns:a16="http://schemas.microsoft.com/office/drawing/2014/main" id="{0E13AA2C-EEE7-089A-E37C-A14F3D40273A}"/>
                </a:ext>
              </a:extLst>
            </p:cNvPr>
            <p:cNvGrpSpPr/>
            <p:nvPr/>
          </p:nvGrpSpPr>
          <p:grpSpPr>
            <a:xfrm>
              <a:off x="266723" y="1249704"/>
              <a:ext cx="11624833" cy="1015663"/>
              <a:chOff x="266723" y="1249704"/>
              <a:chExt cx="11624833" cy="1015663"/>
            </a:xfrm>
          </p:grpSpPr>
          <p:sp>
            <p:nvSpPr>
              <p:cNvPr id="56" name="TextBox 55">
                <a:extLst>
                  <a:ext uri="{FF2B5EF4-FFF2-40B4-BE49-F238E27FC236}">
                    <a16:creationId xmlns:a16="http://schemas.microsoft.com/office/drawing/2014/main" id="{7365386B-BD9A-ADC3-0328-78CB6C990BC5}"/>
                  </a:ext>
                </a:extLst>
              </p:cNvPr>
              <p:cNvSpPr txBox="1"/>
              <p:nvPr/>
            </p:nvSpPr>
            <p:spPr>
              <a:xfrm>
                <a:off x="268136" y="1249704"/>
                <a:ext cx="11623420" cy="369332"/>
              </a:xfrm>
              <a:prstGeom prst="rect">
                <a:avLst/>
              </a:prstGeom>
              <a:noFill/>
            </p:spPr>
            <p:txBody>
              <a:bodyPr wrap="square">
                <a:spAutoFit/>
              </a:bodyPr>
              <a:lstStyle/>
              <a:p>
                <a:r>
                  <a:rPr lang="en-US" b="1" dirty="0"/>
                  <a:t>CI/CD Jobs</a:t>
                </a:r>
              </a:p>
            </p:txBody>
          </p:sp>
          <p:sp>
            <p:nvSpPr>
              <p:cNvPr id="57" name="TextBox 56">
                <a:extLst>
                  <a:ext uri="{FF2B5EF4-FFF2-40B4-BE49-F238E27FC236}">
                    <a16:creationId xmlns:a16="http://schemas.microsoft.com/office/drawing/2014/main" id="{5B849E9F-17AE-D458-BCE8-FC7A319D7126}"/>
                  </a:ext>
                </a:extLst>
              </p:cNvPr>
              <p:cNvSpPr txBox="1"/>
              <p:nvPr/>
            </p:nvSpPr>
            <p:spPr>
              <a:xfrm>
                <a:off x="266723" y="1619036"/>
                <a:ext cx="11623420" cy="646331"/>
              </a:xfrm>
              <a:prstGeom prst="rect">
                <a:avLst/>
              </a:prstGeom>
              <a:noFill/>
            </p:spPr>
            <p:txBody>
              <a:bodyPr wrap="square">
                <a:spAutoFit/>
              </a:bodyPr>
              <a:lstStyle/>
              <a:p>
                <a:r>
                  <a:rPr lang="en-US" dirty="0"/>
                  <a:t>CI/CD jobs are the fundamental elements of a GitLab CI/CD pipeline. Jobs are configured in the </a:t>
                </a:r>
                <a:r>
                  <a:rPr lang="en-US" b="1" dirty="0">
                    <a:solidFill>
                      <a:schemeClr val="accent2">
                        <a:lumMod val="75000"/>
                      </a:schemeClr>
                    </a:solidFill>
                  </a:rPr>
                  <a:t>.</a:t>
                </a:r>
                <a:r>
                  <a:rPr lang="en-US" b="1" dirty="0" err="1">
                    <a:solidFill>
                      <a:schemeClr val="accent2">
                        <a:lumMod val="75000"/>
                      </a:schemeClr>
                    </a:solidFill>
                  </a:rPr>
                  <a:t>gitlab-ci.yml</a:t>
                </a:r>
                <a:r>
                  <a:rPr lang="en-US" dirty="0"/>
                  <a:t> file with a </a:t>
                </a:r>
                <a:r>
                  <a:rPr lang="en-US" b="1" dirty="0"/>
                  <a:t>list of commands to execute</a:t>
                </a:r>
                <a:r>
                  <a:rPr lang="en-US" dirty="0"/>
                  <a:t> to accomplish tasks like building, testing, or deploying code.</a:t>
                </a:r>
              </a:p>
            </p:txBody>
          </p:sp>
        </p:grpSp>
        <p:pic>
          <p:nvPicPr>
            <p:cNvPr id="55" name="Picture 14" descr="GitLab.com · GitLab">
              <a:hlinkClick r:id="rId3"/>
              <a:extLst>
                <a:ext uri="{FF2B5EF4-FFF2-40B4-BE49-F238E27FC236}">
                  <a16:creationId xmlns:a16="http://schemas.microsoft.com/office/drawing/2014/main" id="{8856B6DC-5480-6139-3E69-2EF890D09A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2759" y="1174178"/>
              <a:ext cx="477230" cy="4772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8" name="Group 57">
            <a:extLst>
              <a:ext uri="{FF2B5EF4-FFF2-40B4-BE49-F238E27FC236}">
                <a16:creationId xmlns:a16="http://schemas.microsoft.com/office/drawing/2014/main" id="{40239B52-485B-CE79-D896-98A45EC5FD69}"/>
              </a:ext>
            </a:extLst>
          </p:cNvPr>
          <p:cNvGrpSpPr/>
          <p:nvPr/>
        </p:nvGrpSpPr>
        <p:grpSpPr>
          <a:xfrm>
            <a:off x="261281" y="2407948"/>
            <a:ext cx="11624275" cy="805904"/>
            <a:chOff x="267281" y="1182464"/>
            <a:chExt cx="11624275" cy="805904"/>
          </a:xfrm>
        </p:grpSpPr>
        <p:grpSp>
          <p:nvGrpSpPr>
            <p:cNvPr id="59" name="Group 58">
              <a:extLst>
                <a:ext uri="{FF2B5EF4-FFF2-40B4-BE49-F238E27FC236}">
                  <a16:creationId xmlns:a16="http://schemas.microsoft.com/office/drawing/2014/main" id="{B23E300B-968C-A03A-9360-122A3171033E}"/>
                </a:ext>
              </a:extLst>
            </p:cNvPr>
            <p:cNvGrpSpPr/>
            <p:nvPr/>
          </p:nvGrpSpPr>
          <p:grpSpPr>
            <a:xfrm>
              <a:off x="267281" y="1249704"/>
              <a:ext cx="11624275" cy="738664"/>
              <a:chOff x="267281" y="1249704"/>
              <a:chExt cx="11624275" cy="738664"/>
            </a:xfrm>
          </p:grpSpPr>
          <p:sp>
            <p:nvSpPr>
              <p:cNvPr id="61" name="TextBox 60">
                <a:extLst>
                  <a:ext uri="{FF2B5EF4-FFF2-40B4-BE49-F238E27FC236}">
                    <a16:creationId xmlns:a16="http://schemas.microsoft.com/office/drawing/2014/main" id="{328BEA9E-86C0-7DE7-C4E1-AB002DA9FC6B}"/>
                  </a:ext>
                </a:extLst>
              </p:cNvPr>
              <p:cNvSpPr txBox="1"/>
              <p:nvPr/>
            </p:nvSpPr>
            <p:spPr>
              <a:xfrm>
                <a:off x="268136" y="1249704"/>
                <a:ext cx="11623420" cy="369332"/>
              </a:xfrm>
              <a:prstGeom prst="rect">
                <a:avLst/>
              </a:prstGeom>
              <a:noFill/>
            </p:spPr>
            <p:txBody>
              <a:bodyPr wrap="square">
                <a:spAutoFit/>
              </a:bodyPr>
              <a:lstStyle/>
              <a:p>
                <a:r>
                  <a:rPr lang="en-US" b="1" dirty="0"/>
                  <a:t>GitLab Runner</a:t>
                </a:r>
              </a:p>
            </p:txBody>
          </p:sp>
          <p:sp>
            <p:nvSpPr>
              <p:cNvPr id="62" name="TextBox 61">
                <a:extLst>
                  <a:ext uri="{FF2B5EF4-FFF2-40B4-BE49-F238E27FC236}">
                    <a16:creationId xmlns:a16="http://schemas.microsoft.com/office/drawing/2014/main" id="{4B082D8F-3966-4543-1589-6FEAEF09767B}"/>
                  </a:ext>
                </a:extLst>
              </p:cNvPr>
              <p:cNvSpPr txBox="1"/>
              <p:nvPr/>
            </p:nvSpPr>
            <p:spPr>
              <a:xfrm>
                <a:off x="267281" y="1619036"/>
                <a:ext cx="11623420" cy="369332"/>
              </a:xfrm>
              <a:prstGeom prst="rect">
                <a:avLst/>
              </a:prstGeom>
              <a:noFill/>
            </p:spPr>
            <p:txBody>
              <a:bodyPr wrap="square">
                <a:spAutoFit/>
              </a:bodyPr>
              <a:lstStyle/>
              <a:p>
                <a:r>
                  <a:rPr lang="en-US" dirty="0"/>
                  <a:t>GitLab Runner is an application that works with GitLab CI/CD to run jobs in a pipeline.</a:t>
                </a:r>
              </a:p>
            </p:txBody>
          </p:sp>
        </p:grpSp>
        <p:pic>
          <p:nvPicPr>
            <p:cNvPr id="60" name="Picture 14" descr="GitLab.com · GitLab">
              <a:hlinkClick r:id="rId3"/>
              <a:extLst>
                <a:ext uri="{FF2B5EF4-FFF2-40B4-BE49-F238E27FC236}">
                  <a16:creationId xmlns:a16="http://schemas.microsoft.com/office/drawing/2014/main" id="{02C110F5-3D5D-6242-E66B-DFA1A74362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319" y="1182464"/>
              <a:ext cx="477230" cy="4772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296" name="Group 55295">
            <a:extLst>
              <a:ext uri="{FF2B5EF4-FFF2-40B4-BE49-F238E27FC236}">
                <a16:creationId xmlns:a16="http://schemas.microsoft.com/office/drawing/2014/main" id="{8957CD38-67CA-3756-24B3-2312B41401E6}"/>
              </a:ext>
            </a:extLst>
          </p:cNvPr>
          <p:cNvGrpSpPr/>
          <p:nvPr/>
        </p:nvGrpSpPr>
        <p:grpSpPr>
          <a:xfrm>
            <a:off x="260723" y="3354722"/>
            <a:ext cx="11624275" cy="1015663"/>
            <a:chOff x="267281" y="1249704"/>
            <a:chExt cx="11624275" cy="1015663"/>
          </a:xfrm>
        </p:grpSpPr>
        <p:sp>
          <p:nvSpPr>
            <p:cNvPr id="55299" name="TextBox 55298">
              <a:extLst>
                <a:ext uri="{FF2B5EF4-FFF2-40B4-BE49-F238E27FC236}">
                  <a16:creationId xmlns:a16="http://schemas.microsoft.com/office/drawing/2014/main" id="{DBF0A395-85CE-D124-583E-D57DD9EE4FF0}"/>
                </a:ext>
              </a:extLst>
            </p:cNvPr>
            <p:cNvSpPr txBox="1"/>
            <p:nvPr/>
          </p:nvSpPr>
          <p:spPr>
            <a:xfrm>
              <a:off x="268136" y="1249704"/>
              <a:ext cx="11623420" cy="369332"/>
            </a:xfrm>
            <a:prstGeom prst="rect">
              <a:avLst/>
            </a:prstGeom>
            <a:noFill/>
          </p:spPr>
          <p:txBody>
            <a:bodyPr wrap="square">
              <a:spAutoFit/>
            </a:bodyPr>
            <a:lstStyle/>
            <a:p>
              <a:r>
                <a:rPr lang="en-US" b="1" dirty="0"/>
                <a:t>Docker</a:t>
              </a:r>
            </a:p>
          </p:txBody>
        </p:sp>
        <p:sp>
          <p:nvSpPr>
            <p:cNvPr id="55300" name="TextBox 55299">
              <a:extLst>
                <a:ext uri="{FF2B5EF4-FFF2-40B4-BE49-F238E27FC236}">
                  <a16:creationId xmlns:a16="http://schemas.microsoft.com/office/drawing/2014/main" id="{B86F8BC9-2AF9-0233-72C2-6CAB235BFBD9}"/>
                </a:ext>
              </a:extLst>
            </p:cNvPr>
            <p:cNvSpPr txBox="1"/>
            <p:nvPr/>
          </p:nvSpPr>
          <p:spPr>
            <a:xfrm>
              <a:off x="267281" y="1619036"/>
              <a:ext cx="11623420" cy="646331"/>
            </a:xfrm>
            <a:prstGeom prst="rect">
              <a:avLst/>
            </a:prstGeom>
            <a:noFill/>
          </p:spPr>
          <p:txBody>
            <a:bodyPr wrap="square">
              <a:spAutoFit/>
            </a:bodyPr>
            <a:lstStyle/>
            <a:p>
              <a:r>
                <a:rPr lang="en-US" b="1" dirty="0"/>
                <a:t>Docker</a:t>
              </a:r>
              <a:r>
                <a:rPr lang="en-US" dirty="0"/>
                <a:t> is an open source platform that enables developers to </a:t>
              </a:r>
              <a:r>
                <a:rPr lang="en-US" b="1" dirty="0"/>
                <a:t>build</a:t>
              </a:r>
              <a:r>
                <a:rPr lang="en-US" dirty="0"/>
                <a:t>, deploy, run, update and manage containerized applications.</a:t>
              </a:r>
            </a:p>
          </p:txBody>
        </p:sp>
      </p:grpSp>
      <p:pic>
        <p:nvPicPr>
          <p:cNvPr id="55302" name="Picture 55301">
            <a:hlinkClick r:id="rId5"/>
            <a:extLst>
              <a:ext uri="{FF2B5EF4-FFF2-40B4-BE49-F238E27FC236}">
                <a16:creationId xmlns:a16="http://schemas.microsoft.com/office/drawing/2014/main" id="{11C4CD1C-342F-BEDE-C20B-70159E7AEFF0}"/>
              </a:ext>
            </a:extLst>
          </p:cNvPr>
          <p:cNvPicPr>
            <a:picLocks noChangeAspect="1"/>
          </p:cNvPicPr>
          <p:nvPr/>
        </p:nvPicPr>
        <p:blipFill>
          <a:blip r:embed="rId6"/>
          <a:stretch>
            <a:fillRect/>
          </a:stretch>
        </p:blipFill>
        <p:spPr>
          <a:xfrm>
            <a:off x="1108890" y="3375267"/>
            <a:ext cx="656484" cy="328242"/>
          </a:xfrm>
          <a:prstGeom prst="rect">
            <a:avLst/>
          </a:prstGeom>
        </p:spPr>
      </p:pic>
      <p:grpSp>
        <p:nvGrpSpPr>
          <p:cNvPr id="55310" name="Group 55309">
            <a:extLst>
              <a:ext uri="{FF2B5EF4-FFF2-40B4-BE49-F238E27FC236}">
                <a16:creationId xmlns:a16="http://schemas.microsoft.com/office/drawing/2014/main" id="{FA18F876-512C-4899-E621-CFBA782D6736}"/>
              </a:ext>
            </a:extLst>
          </p:cNvPr>
          <p:cNvGrpSpPr/>
          <p:nvPr/>
        </p:nvGrpSpPr>
        <p:grpSpPr>
          <a:xfrm>
            <a:off x="147629" y="4465937"/>
            <a:ext cx="11736514" cy="777886"/>
            <a:chOff x="147629" y="4410182"/>
            <a:chExt cx="11736514" cy="777886"/>
          </a:xfrm>
        </p:grpSpPr>
        <p:grpSp>
          <p:nvGrpSpPr>
            <p:cNvPr id="55308" name="Group 55307">
              <a:extLst>
                <a:ext uri="{FF2B5EF4-FFF2-40B4-BE49-F238E27FC236}">
                  <a16:creationId xmlns:a16="http://schemas.microsoft.com/office/drawing/2014/main" id="{17CA22C6-4638-CED9-3136-6B112890446C}"/>
                </a:ext>
              </a:extLst>
            </p:cNvPr>
            <p:cNvGrpSpPr/>
            <p:nvPr/>
          </p:nvGrpSpPr>
          <p:grpSpPr>
            <a:xfrm>
              <a:off x="147629" y="4484415"/>
              <a:ext cx="11736514" cy="703653"/>
              <a:chOff x="147629" y="4484415"/>
              <a:chExt cx="11736514" cy="703653"/>
            </a:xfrm>
          </p:grpSpPr>
          <p:sp>
            <p:nvSpPr>
              <p:cNvPr id="55306" name="TextBox 55305">
                <a:extLst>
                  <a:ext uri="{FF2B5EF4-FFF2-40B4-BE49-F238E27FC236}">
                    <a16:creationId xmlns:a16="http://schemas.microsoft.com/office/drawing/2014/main" id="{59A55863-8A6D-F556-C5B8-C96BD5609993}"/>
                  </a:ext>
                </a:extLst>
              </p:cNvPr>
              <p:cNvSpPr txBox="1"/>
              <p:nvPr/>
            </p:nvSpPr>
            <p:spPr>
              <a:xfrm>
                <a:off x="268045" y="4818736"/>
                <a:ext cx="11616098" cy="369332"/>
              </a:xfrm>
              <a:prstGeom prst="rect">
                <a:avLst/>
              </a:prstGeom>
              <a:noFill/>
            </p:spPr>
            <p:txBody>
              <a:bodyPr wrap="square">
                <a:spAutoFit/>
              </a:bodyPr>
              <a:lstStyle/>
              <a:p>
                <a:r>
                  <a:rPr lang="en-US" dirty="0"/>
                  <a:t>A </a:t>
                </a:r>
                <a:r>
                  <a:rPr lang="en-US" dirty="0" err="1"/>
                  <a:t>Dockerfile</a:t>
                </a:r>
                <a:r>
                  <a:rPr lang="en-US" dirty="0"/>
                  <a:t> is a text file containing </a:t>
                </a:r>
                <a:r>
                  <a:rPr lang="en-US" b="1" dirty="0"/>
                  <a:t>instructions for building</a:t>
                </a:r>
                <a:r>
                  <a:rPr lang="en-US" dirty="0"/>
                  <a:t> your source code</a:t>
                </a:r>
              </a:p>
            </p:txBody>
          </p:sp>
          <p:pic>
            <p:nvPicPr>
              <p:cNvPr id="55307" name="Picture 55306">
                <a:hlinkClick r:id="rId7"/>
                <a:extLst>
                  <a:ext uri="{FF2B5EF4-FFF2-40B4-BE49-F238E27FC236}">
                    <a16:creationId xmlns:a16="http://schemas.microsoft.com/office/drawing/2014/main" id="{560BED48-BC9D-762C-8614-7FAF9FE538B9}"/>
                  </a:ext>
                </a:extLst>
              </p:cNvPr>
              <p:cNvPicPr>
                <a:picLocks noChangeAspect="1"/>
              </p:cNvPicPr>
              <p:nvPr/>
            </p:nvPicPr>
            <p:blipFill>
              <a:blip r:embed="rId8"/>
              <a:srcRect t="26418" b="15392"/>
              <a:stretch>
                <a:fillRect/>
              </a:stretch>
            </p:blipFill>
            <p:spPr>
              <a:xfrm>
                <a:off x="147629" y="4484415"/>
                <a:ext cx="1692420" cy="297544"/>
              </a:xfrm>
              <a:prstGeom prst="rect">
                <a:avLst/>
              </a:prstGeom>
            </p:spPr>
          </p:pic>
        </p:grpSp>
        <p:pic>
          <p:nvPicPr>
            <p:cNvPr id="55309" name="Picture 6" descr="Docker Hub: Centralized management of Docker images">
              <a:hlinkClick r:id="rId7"/>
              <a:extLst>
                <a:ext uri="{FF2B5EF4-FFF2-40B4-BE49-F238E27FC236}">
                  <a16:creationId xmlns:a16="http://schemas.microsoft.com/office/drawing/2014/main" id="{22DDD543-642F-114A-CA55-CF5381748E5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46643" y="4410182"/>
              <a:ext cx="386811" cy="3868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5316" name="Group 55315">
            <a:extLst>
              <a:ext uri="{FF2B5EF4-FFF2-40B4-BE49-F238E27FC236}">
                <a16:creationId xmlns:a16="http://schemas.microsoft.com/office/drawing/2014/main" id="{D46FAE3C-941B-B1C2-C655-CFA56052DA2B}"/>
              </a:ext>
            </a:extLst>
          </p:cNvPr>
          <p:cNvGrpSpPr/>
          <p:nvPr/>
        </p:nvGrpSpPr>
        <p:grpSpPr>
          <a:xfrm>
            <a:off x="283862" y="5392626"/>
            <a:ext cx="11624275" cy="1065219"/>
            <a:chOff x="267281" y="1200148"/>
            <a:chExt cx="11624275" cy="1065219"/>
          </a:xfrm>
        </p:grpSpPr>
        <p:grpSp>
          <p:nvGrpSpPr>
            <p:cNvPr id="55317" name="Group 55316">
              <a:extLst>
                <a:ext uri="{FF2B5EF4-FFF2-40B4-BE49-F238E27FC236}">
                  <a16:creationId xmlns:a16="http://schemas.microsoft.com/office/drawing/2014/main" id="{D9E386DB-2F1D-488B-60C8-E3EF586F0FC9}"/>
                </a:ext>
              </a:extLst>
            </p:cNvPr>
            <p:cNvGrpSpPr/>
            <p:nvPr/>
          </p:nvGrpSpPr>
          <p:grpSpPr>
            <a:xfrm>
              <a:off x="267281" y="1249704"/>
              <a:ext cx="11624275" cy="1015663"/>
              <a:chOff x="267281" y="1249704"/>
              <a:chExt cx="11624275" cy="1015663"/>
            </a:xfrm>
          </p:grpSpPr>
          <p:sp>
            <p:nvSpPr>
              <p:cNvPr id="55319" name="TextBox 55318">
                <a:extLst>
                  <a:ext uri="{FF2B5EF4-FFF2-40B4-BE49-F238E27FC236}">
                    <a16:creationId xmlns:a16="http://schemas.microsoft.com/office/drawing/2014/main" id="{C2E19DA4-5EF3-8983-4F66-120146D052F4}"/>
                  </a:ext>
                </a:extLst>
              </p:cNvPr>
              <p:cNvSpPr txBox="1"/>
              <p:nvPr/>
            </p:nvSpPr>
            <p:spPr>
              <a:xfrm>
                <a:off x="268136" y="1249704"/>
                <a:ext cx="11623420" cy="369332"/>
              </a:xfrm>
              <a:prstGeom prst="rect">
                <a:avLst/>
              </a:prstGeom>
              <a:noFill/>
            </p:spPr>
            <p:txBody>
              <a:bodyPr wrap="square">
                <a:spAutoFit/>
              </a:bodyPr>
              <a:lstStyle/>
              <a:p>
                <a:r>
                  <a:rPr lang="en-US" b="1" dirty="0"/>
                  <a:t>CI Templates/ Base pipeline</a:t>
                </a:r>
              </a:p>
            </p:txBody>
          </p:sp>
          <p:sp>
            <p:nvSpPr>
              <p:cNvPr id="55320" name="TextBox 55319">
                <a:extLst>
                  <a:ext uri="{FF2B5EF4-FFF2-40B4-BE49-F238E27FC236}">
                    <a16:creationId xmlns:a16="http://schemas.microsoft.com/office/drawing/2014/main" id="{FE986DBC-983E-9485-1CDB-3123346ACC75}"/>
                  </a:ext>
                </a:extLst>
              </p:cNvPr>
              <p:cNvSpPr txBox="1"/>
              <p:nvPr/>
            </p:nvSpPr>
            <p:spPr>
              <a:xfrm>
                <a:off x="267281" y="1619036"/>
                <a:ext cx="11623420" cy="646331"/>
              </a:xfrm>
              <a:prstGeom prst="rect">
                <a:avLst/>
              </a:prstGeom>
              <a:noFill/>
            </p:spPr>
            <p:txBody>
              <a:bodyPr wrap="square">
                <a:spAutoFit/>
              </a:bodyPr>
              <a:lstStyle/>
              <a:p>
                <a:r>
                  <a:rPr lang="en-US" dirty="0"/>
                  <a:t>A GitLab CI template is a YAML file consisting of stages, jobs (build: docker build…)</a:t>
                </a:r>
              </a:p>
              <a:p>
                <a:r>
                  <a:rPr lang="en-US" dirty="0"/>
                  <a:t>will be referenced in a different</a:t>
                </a:r>
                <a:r>
                  <a:rPr lang="en-US" i="1" dirty="0"/>
                  <a:t> </a:t>
                </a:r>
                <a:r>
                  <a:rPr lang="en-US" dirty="0" err="1"/>
                  <a:t>gitlab-ci.yml</a:t>
                </a:r>
                <a:r>
                  <a:rPr lang="en-US" dirty="0"/>
                  <a:t> - </a:t>
                </a:r>
                <a:r>
                  <a:rPr lang="en-US" i="1" dirty="0"/>
                  <a:t>to standardize, reduce implementation time</a:t>
                </a:r>
                <a:endParaRPr lang="en-US" dirty="0"/>
              </a:p>
            </p:txBody>
          </p:sp>
        </p:grpSp>
        <p:pic>
          <p:nvPicPr>
            <p:cNvPr id="55318" name="Picture 14" descr="GitLab.com · GitLab">
              <a:hlinkClick r:id="rId10"/>
              <a:extLst>
                <a:ext uri="{FF2B5EF4-FFF2-40B4-BE49-F238E27FC236}">
                  <a16:creationId xmlns:a16="http://schemas.microsoft.com/office/drawing/2014/main" id="{28E4950F-55EF-FA06-D511-D96D771ACE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7431" y="1200148"/>
              <a:ext cx="477230" cy="477230"/>
            </a:xfrm>
            <a:prstGeom prst="rect">
              <a:avLst/>
            </a:prstGeom>
            <a:noFill/>
            <a:extLst>
              <a:ext uri="{909E8E84-426E-40DD-AFC4-6F175D3DCCD1}">
                <a14:hiddenFill xmlns:a14="http://schemas.microsoft.com/office/drawing/2010/main">
                  <a:solidFill>
                    <a:srgbClr val="FFFFFF"/>
                  </a:solidFill>
                </a14:hiddenFill>
              </a:ext>
            </a:extLst>
          </p:spPr>
        </p:pic>
      </p:grpSp>
      <p:pic>
        <p:nvPicPr>
          <p:cNvPr id="55321" name="Picture 16" descr="Press | Medium">
            <a:hlinkClick r:id="rId11"/>
            <a:extLst>
              <a:ext uri="{FF2B5EF4-FFF2-40B4-BE49-F238E27FC236}">
                <a16:creationId xmlns:a16="http://schemas.microsoft.com/office/drawing/2014/main" id="{059AD03B-7AFB-4F54-0E2F-6B9450D0893E}"/>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35261" b="34822"/>
          <a:stretch>
            <a:fillRect/>
          </a:stretch>
        </p:blipFill>
        <p:spPr bwMode="auto">
          <a:xfrm>
            <a:off x="3486630" y="5521838"/>
            <a:ext cx="1097079" cy="218805"/>
          </a:xfrm>
          <a:prstGeom prst="rect">
            <a:avLst/>
          </a:prstGeom>
          <a:noFill/>
          <a:extLst>
            <a:ext uri="{909E8E84-426E-40DD-AFC4-6F175D3DCCD1}">
              <a14:hiddenFill xmlns:a14="http://schemas.microsoft.com/office/drawing/2010/main">
                <a:solidFill>
                  <a:srgbClr val="FFFFFF"/>
                </a:solidFill>
              </a14:hiddenFill>
            </a:ext>
          </a:extLst>
        </p:spPr>
      </p:pic>
      <p:pic>
        <p:nvPicPr>
          <p:cNvPr id="55323" name="Picture 55322">
            <a:extLst>
              <a:ext uri="{FF2B5EF4-FFF2-40B4-BE49-F238E27FC236}">
                <a16:creationId xmlns:a16="http://schemas.microsoft.com/office/drawing/2014/main" id="{EDD03992-5E56-D2F1-DFCE-DDA0721DB8D7}"/>
              </a:ext>
            </a:extLst>
          </p:cNvPr>
          <p:cNvPicPr>
            <a:picLocks noChangeAspect="1"/>
          </p:cNvPicPr>
          <p:nvPr/>
        </p:nvPicPr>
        <p:blipFill>
          <a:blip r:embed="rId13"/>
          <a:stretch>
            <a:fillRect/>
          </a:stretch>
        </p:blipFill>
        <p:spPr>
          <a:xfrm>
            <a:off x="8899374" y="4798225"/>
            <a:ext cx="2851950" cy="1551555"/>
          </a:xfrm>
          <a:prstGeom prst="rect">
            <a:avLst/>
          </a:prstGeom>
        </p:spPr>
      </p:pic>
    </p:spTree>
    <p:extLst>
      <p:ext uri="{BB962C8B-B14F-4D97-AF65-F5344CB8AC3E}">
        <p14:creationId xmlns:p14="http://schemas.microsoft.com/office/powerpoint/2010/main" val="15858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5532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EB97A-CD63-8AC7-FEE8-82087C810F24}"/>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E6751FE-970E-EC44-389A-9FA1930A066A}"/>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AD6A18D6-7E26-25FD-EB6F-CD63A55A6E55}"/>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689DEB60-6E62-190B-DCFC-57182A5857CF}"/>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38" name="Group 37">
            <a:extLst>
              <a:ext uri="{FF2B5EF4-FFF2-40B4-BE49-F238E27FC236}">
                <a16:creationId xmlns:a16="http://schemas.microsoft.com/office/drawing/2014/main" id="{B544980E-5491-C308-7584-B5792769AE8B}"/>
              </a:ext>
            </a:extLst>
          </p:cNvPr>
          <p:cNvGrpSpPr/>
          <p:nvPr/>
        </p:nvGrpSpPr>
        <p:grpSpPr>
          <a:xfrm>
            <a:off x="268009" y="2489297"/>
            <a:ext cx="11634274" cy="1069612"/>
            <a:chOff x="268136" y="1195755"/>
            <a:chExt cx="11634274" cy="1069612"/>
          </a:xfrm>
        </p:grpSpPr>
        <p:grpSp>
          <p:nvGrpSpPr>
            <p:cNvPr id="35" name="Group 34">
              <a:extLst>
                <a:ext uri="{FF2B5EF4-FFF2-40B4-BE49-F238E27FC236}">
                  <a16:creationId xmlns:a16="http://schemas.microsoft.com/office/drawing/2014/main" id="{FA95D7FF-D23D-0D22-4818-0E94F2871FD7}"/>
                </a:ext>
              </a:extLst>
            </p:cNvPr>
            <p:cNvGrpSpPr/>
            <p:nvPr/>
          </p:nvGrpSpPr>
          <p:grpSpPr>
            <a:xfrm>
              <a:off x="268136" y="1249704"/>
              <a:ext cx="11634274" cy="1015663"/>
              <a:chOff x="268136" y="1249704"/>
              <a:chExt cx="11634274" cy="1015663"/>
            </a:xfrm>
          </p:grpSpPr>
          <p:sp>
            <p:nvSpPr>
              <p:cNvPr id="5" name="TextBox 4">
                <a:extLst>
                  <a:ext uri="{FF2B5EF4-FFF2-40B4-BE49-F238E27FC236}">
                    <a16:creationId xmlns:a16="http://schemas.microsoft.com/office/drawing/2014/main" id="{11C1B2A8-23F6-63A5-23A9-44C28FDDB927}"/>
                  </a:ext>
                </a:extLst>
              </p:cNvPr>
              <p:cNvSpPr txBox="1"/>
              <p:nvPr/>
            </p:nvSpPr>
            <p:spPr>
              <a:xfrm>
                <a:off x="268136" y="1249704"/>
                <a:ext cx="11623420" cy="369332"/>
              </a:xfrm>
              <a:prstGeom prst="rect">
                <a:avLst/>
              </a:prstGeom>
              <a:noFill/>
            </p:spPr>
            <p:txBody>
              <a:bodyPr wrap="square">
                <a:spAutoFit/>
              </a:bodyPr>
              <a:lstStyle/>
              <a:p>
                <a:r>
                  <a:rPr lang="en-US" b="1" dirty="0"/>
                  <a:t>Job Artifacts</a:t>
                </a:r>
              </a:p>
            </p:txBody>
          </p:sp>
          <p:sp>
            <p:nvSpPr>
              <p:cNvPr id="34" name="TextBox 33">
                <a:extLst>
                  <a:ext uri="{FF2B5EF4-FFF2-40B4-BE49-F238E27FC236}">
                    <a16:creationId xmlns:a16="http://schemas.microsoft.com/office/drawing/2014/main" id="{7CBC213E-79ED-7860-0078-2B801ABF3737}"/>
                  </a:ext>
                </a:extLst>
              </p:cNvPr>
              <p:cNvSpPr txBox="1"/>
              <p:nvPr/>
            </p:nvSpPr>
            <p:spPr>
              <a:xfrm>
                <a:off x="278990" y="1619036"/>
                <a:ext cx="11623420" cy="646331"/>
              </a:xfrm>
              <a:prstGeom prst="rect">
                <a:avLst/>
              </a:prstGeom>
              <a:noFill/>
            </p:spPr>
            <p:txBody>
              <a:bodyPr wrap="square">
                <a:spAutoFit/>
              </a:bodyPr>
              <a:lstStyle/>
              <a:p>
                <a:r>
                  <a:rPr lang="en-US" dirty="0"/>
                  <a:t>Jobs can output an archive of files and directories. This output is known as a job artifact. Artifacts can include </a:t>
                </a:r>
                <a:r>
                  <a:rPr lang="en-US" b="1" dirty="0"/>
                  <a:t>build output</a:t>
                </a:r>
                <a:r>
                  <a:rPr lang="en-US" dirty="0"/>
                  <a:t> or report files</a:t>
                </a:r>
              </a:p>
            </p:txBody>
          </p:sp>
        </p:grpSp>
        <p:pic>
          <p:nvPicPr>
            <p:cNvPr id="37" name="Picture 14" descr="GitLab.com · GitLab">
              <a:hlinkClick r:id="rId3"/>
              <a:extLst>
                <a:ext uri="{FF2B5EF4-FFF2-40B4-BE49-F238E27FC236}">
                  <a16:creationId xmlns:a16="http://schemas.microsoft.com/office/drawing/2014/main" id="{C3E21F20-5B4D-0922-DD49-3742F9439A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690" y="1195755"/>
              <a:ext cx="477230" cy="4772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D1A50426-A825-0AD4-AFD8-BBD8BC4B8153}"/>
              </a:ext>
            </a:extLst>
          </p:cNvPr>
          <p:cNvGrpSpPr/>
          <p:nvPr/>
        </p:nvGrpSpPr>
        <p:grpSpPr>
          <a:xfrm>
            <a:off x="278863" y="3693581"/>
            <a:ext cx="11634274" cy="1305960"/>
            <a:chOff x="278990" y="2400039"/>
            <a:chExt cx="11634274" cy="1305960"/>
          </a:xfrm>
        </p:grpSpPr>
        <p:grpSp>
          <p:nvGrpSpPr>
            <p:cNvPr id="4" name="Group 3">
              <a:extLst>
                <a:ext uri="{FF2B5EF4-FFF2-40B4-BE49-F238E27FC236}">
                  <a16:creationId xmlns:a16="http://schemas.microsoft.com/office/drawing/2014/main" id="{5CF7EF72-B07F-65C2-D564-F9BC57A85FC0}"/>
                </a:ext>
              </a:extLst>
            </p:cNvPr>
            <p:cNvGrpSpPr/>
            <p:nvPr/>
          </p:nvGrpSpPr>
          <p:grpSpPr>
            <a:xfrm>
              <a:off x="278990" y="2413337"/>
              <a:ext cx="11634274" cy="1292662"/>
              <a:chOff x="268136" y="1249704"/>
              <a:chExt cx="11634274" cy="1292662"/>
            </a:xfrm>
          </p:grpSpPr>
          <p:sp>
            <p:nvSpPr>
              <p:cNvPr id="9" name="TextBox 8">
                <a:extLst>
                  <a:ext uri="{FF2B5EF4-FFF2-40B4-BE49-F238E27FC236}">
                    <a16:creationId xmlns:a16="http://schemas.microsoft.com/office/drawing/2014/main" id="{40B153DE-E341-34E2-C82E-DC36BB4BE6A4}"/>
                  </a:ext>
                </a:extLst>
              </p:cNvPr>
              <p:cNvSpPr txBox="1"/>
              <p:nvPr/>
            </p:nvSpPr>
            <p:spPr>
              <a:xfrm>
                <a:off x="268136" y="1249704"/>
                <a:ext cx="11623420" cy="369332"/>
              </a:xfrm>
              <a:prstGeom prst="rect">
                <a:avLst/>
              </a:prstGeom>
              <a:noFill/>
            </p:spPr>
            <p:txBody>
              <a:bodyPr wrap="square">
                <a:spAutoFit/>
              </a:bodyPr>
              <a:lstStyle/>
              <a:p>
                <a:r>
                  <a:rPr lang="en-US" b="1" dirty="0"/>
                  <a:t>Artifact Registry​</a:t>
                </a:r>
              </a:p>
            </p:txBody>
          </p:sp>
          <p:sp>
            <p:nvSpPr>
              <p:cNvPr id="10" name="TextBox 9">
                <a:extLst>
                  <a:ext uri="{FF2B5EF4-FFF2-40B4-BE49-F238E27FC236}">
                    <a16:creationId xmlns:a16="http://schemas.microsoft.com/office/drawing/2014/main" id="{14BAD9C5-B754-B950-9F27-69202806DE13}"/>
                  </a:ext>
                </a:extLst>
              </p:cNvPr>
              <p:cNvSpPr txBox="1"/>
              <p:nvPr/>
            </p:nvSpPr>
            <p:spPr>
              <a:xfrm>
                <a:off x="278990" y="1619036"/>
                <a:ext cx="11623420" cy="923330"/>
              </a:xfrm>
              <a:prstGeom prst="rect">
                <a:avLst/>
              </a:prstGeom>
              <a:noFill/>
            </p:spPr>
            <p:txBody>
              <a:bodyPr wrap="square">
                <a:spAutoFit/>
              </a:bodyPr>
              <a:lstStyle/>
              <a:p>
                <a:r>
                  <a:rPr lang="en-US" dirty="0"/>
                  <a:t>An artifact registry is </a:t>
                </a:r>
                <a:r>
                  <a:rPr lang="en-US" b="1" dirty="0"/>
                  <a:t>a centralized system for storing, tracking, and managing software artifacts</a:t>
                </a:r>
                <a:r>
                  <a:rPr lang="en-US" dirty="0"/>
                  <a:t>, such as container images and libraries. (or build packages)</a:t>
                </a:r>
              </a:p>
              <a:p>
                <a:r>
                  <a:rPr lang="en-US" dirty="0"/>
                  <a:t>Example: </a:t>
                </a:r>
              </a:p>
            </p:txBody>
          </p:sp>
        </p:grpSp>
        <p:pic>
          <p:nvPicPr>
            <p:cNvPr id="11" name="Picture 18">
              <a:hlinkClick r:id="rId5"/>
              <a:extLst>
                <a:ext uri="{FF2B5EF4-FFF2-40B4-BE49-F238E27FC236}">
                  <a16:creationId xmlns:a16="http://schemas.microsoft.com/office/drawing/2014/main" id="{8497C2E7-2E90-5C5C-E2E8-8D7A345D29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6920" y="2400039"/>
              <a:ext cx="385197" cy="38263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5D62FF3A-C1CE-9D44-AD14-DEDD81527D93}"/>
              </a:ext>
            </a:extLst>
          </p:cNvPr>
          <p:cNvGrpSpPr/>
          <p:nvPr/>
        </p:nvGrpSpPr>
        <p:grpSpPr>
          <a:xfrm>
            <a:off x="257155" y="1362134"/>
            <a:ext cx="11634274" cy="1049261"/>
            <a:chOff x="257155" y="1362134"/>
            <a:chExt cx="11634274" cy="1049261"/>
          </a:xfrm>
        </p:grpSpPr>
        <p:grpSp>
          <p:nvGrpSpPr>
            <p:cNvPr id="20" name="Group 19">
              <a:extLst>
                <a:ext uri="{FF2B5EF4-FFF2-40B4-BE49-F238E27FC236}">
                  <a16:creationId xmlns:a16="http://schemas.microsoft.com/office/drawing/2014/main" id="{875A8A9C-575A-E90A-9206-B0AAEBDF5BAA}"/>
                </a:ext>
              </a:extLst>
            </p:cNvPr>
            <p:cNvGrpSpPr/>
            <p:nvPr/>
          </p:nvGrpSpPr>
          <p:grpSpPr>
            <a:xfrm>
              <a:off x="257155" y="1395732"/>
              <a:ext cx="11634274" cy="1015663"/>
              <a:chOff x="268136" y="1249704"/>
              <a:chExt cx="11634274" cy="1015663"/>
            </a:xfrm>
          </p:grpSpPr>
          <p:sp>
            <p:nvSpPr>
              <p:cNvPr id="22" name="TextBox 21">
                <a:extLst>
                  <a:ext uri="{FF2B5EF4-FFF2-40B4-BE49-F238E27FC236}">
                    <a16:creationId xmlns:a16="http://schemas.microsoft.com/office/drawing/2014/main" id="{7C5F163A-C7CA-D133-5A65-C3297FF61813}"/>
                  </a:ext>
                </a:extLst>
              </p:cNvPr>
              <p:cNvSpPr txBox="1"/>
              <p:nvPr/>
            </p:nvSpPr>
            <p:spPr>
              <a:xfrm>
                <a:off x="268136" y="1249704"/>
                <a:ext cx="11623420" cy="369332"/>
              </a:xfrm>
              <a:prstGeom prst="rect">
                <a:avLst/>
              </a:prstGeom>
              <a:noFill/>
            </p:spPr>
            <p:txBody>
              <a:bodyPr wrap="square">
                <a:spAutoFit/>
              </a:bodyPr>
              <a:lstStyle/>
              <a:p>
                <a:r>
                  <a:rPr lang="en-US" b="1" dirty="0"/>
                  <a:t>Images</a:t>
                </a:r>
              </a:p>
            </p:txBody>
          </p:sp>
          <p:sp>
            <p:nvSpPr>
              <p:cNvPr id="23" name="TextBox 22">
                <a:extLst>
                  <a:ext uri="{FF2B5EF4-FFF2-40B4-BE49-F238E27FC236}">
                    <a16:creationId xmlns:a16="http://schemas.microsoft.com/office/drawing/2014/main" id="{A39D6351-063B-4719-94C3-A62EB53C0578}"/>
                  </a:ext>
                </a:extLst>
              </p:cNvPr>
              <p:cNvSpPr txBox="1"/>
              <p:nvPr/>
            </p:nvSpPr>
            <p:spPr>
              <a:xfrm>
                <a:off x="278990" y="1619036"/>
                <a:ext cx="11623420" cy="646331"/>
              </a:xfrm>
              <a:prstGeom prst="rect">
                <a:avLst/>
              </a:prstGeom>
              <a:noFill/>
            </p:spPr>
            <p:txBody>
              <a:bodyPr wrap="square">
                <a:spAutoFit/>
              </a:bodyPr>
              <a:lstStyle/>
              <a:p>
                <a:r>
                  <a:rPr lang="en-US" dirty="0"/>
                  <a:t>A container image is a standardized package that includes all of the files, binaries, libraries, and configurations to run a container.</a:t>
                </a:r>
              </a:p>
            </p:txBody>
          </p:sp>
        </p:grpSp>
        <p:pic>
          <p:nvPicPr>
            <p:cNvPr id="25" name="Picture 6" descr="Docker Hub: Centralized management of Docker images">
              <a:hlinkClick r:id="rId7"/>
              <a:extLst>
                <a:ext uri="{FF2B5EF4-FFF2-40B4-BE49-F238E27FC236}">
                  <a16:creationId xmlns:a16="http://schemas.microsoft.com/office/drawing/2014/main" id="{551598E4-E624-0FC3-D5D0-EBA24F1E93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2752" y="1362134"/>
              <a:ext cx="386811" cy="386811"/>
            </a:xfrm>
            <a:prstGeom prst="rect">
              <a:avLst/>
            </a:prstGeom>
            <a:noFill/>
            <a:extLst>
              <a:ext uri="{909E8E84-426E-40DD-AFC4-6F175D3DCCD1}">
                <a14:hiddenFill xmlns:a14="http://schemas.microsoft.com/office/drawing/2010/main">
                  <a:solidFill>
                    <a:srgbClr val="FFFFFF"/>
                  </a:solidFill>
                </a14:hiddenFill>
              </a:ext>
            </a:extLst>
          </p:spPr>
        </p:pic>
      </p:grpSp>
      <p:pic>
        <p:nvPicPr>
          <p:cNvPr id="27" name="Picture 26">
            <a:extLst>
              <a:ext uri="{FF2B5EF4-FFF2-40B4-BE49-F238E27FC236}">
                <a16:creationId xmlns:a16="http://schemas.microsoft.com/office/drawing/2014/main" id="{80B79AF3-59C2-2A59-C0E1-10D7F5DB4351}"/>
              </a:ext>
            </a:extLst>
          </p:cNvPr>
          <p:cNvPicPr>
            <a:picLocks noChangeAspect="1"/>
          </p:cNvPicPr>
          <p:nvPr/>
        </p:nvPicPr>
        <p:blipFill>
          <a:blip r:embed="rId9"/>
          <a:stretch>
            <a:fillRect/>
          </a:stretch>
        </p:blipFill>
        <p:spPr>
          <a:xfrm>
            <a:off x="289717" y="4991405"/>
            <a:ext cx="1594542" cy="504461"/>
          </a:xfrm>
          <a:prstGeom prst="rect">
            <a:avLst/>
          </a:prstGeom>
        </p:spPr>
      </p:pic>
    </p:spTree>
    <p:extLst>
      <p:ext uri="{BB962C8B-B14F-4D97-AF65-F5344CB8AC3E}">
        <p14:creationId xmlns:p14="http://schemas.microsoft.com/office/powerpoint/2010/main" val="2126009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A4D25-CE4D-29D7-CC56-0F811DFE941E}"/>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7F7EF97-893A-AA5E-4861-7B50CE141043}"/>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8B1E80F9-FB99-7A6F-BFB5-1CF957062D7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31D073D-69F7-9A07-895A-9F5EA7905F94}"/>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15" name="Group 14">
            <a:extLst>
              <a:ext uri="{FF2B5EF4-FFF2-40B4-BE49-F238E27FC236}">
                <a16:creationId xmlns:a16="http://schemas.microsoft.com/office/drawing/2014/main" id="{8A686F4A-108B-BAA0-2655-0262DC729FF0}"/>
              </a:ext>
            </a:extLst>
          </p:cNvPr>
          <p:cNvGrpSpPr/>
          <p:nvPr/>
        </p:nvGrpSpPr>
        <p:grpSpPr>
          <a:xfrm>
            <a:off x="268137" y="1225990"/>
            <a:ext cx="11634274" cy="768052"/>
            <a:chOff x="268009" y="2513858"/>
            <a:chExt cx="11634274" cy="768052"/>
          </a:xfrm>
        </p:grpSpPr>
        <p:grpSp>
          <p:nvGrpSpPr>
            <p:cNvPr id="6" name="Group 5">
              <a:extLst>
                <a:ext uri="{FF2B5EF4-FFF2-40B4-BE49-F238E27FC236}">
                  <a16:creationId xmlns:a16="http://schemas.microsoft.com/office/drawing/2014/main" id="{AF227D20-C62A-8997-8FBB-6A7D0AD68927}"/>
                </a:ext>
              </a:extLst>
            </p:cNvPr>
            <p:cNvGrpSpPr/>
            <p:nvPr/>
          </p:nvGrpSpPr>
          <p:grpSpPr>
            <a:xfrm>
              <a:off x="268009" y="2543246"/>
              <a:ext cx="11634274" cy="738664"/>
              <a:chOff x="268136" y="1249704"/>
              <a:chExt cx="11634274" cy="738664"/>
            </a:xfrm>
          </p:grpSpPr>
          <p:sp>
            <p:nvSpPr>
              <p:cNvPr id="10" name="TextBox 9">
                <a:extLst>
                  <a:ext uri="{FF2B5EF4-FFF2-40B4-BE49-F238E27FC236}">
                    <a16:creationId xmlns:a16="http://schemas.microsoft.com/office/drawing/2014/main" id="{9B0AAA38-28C6-34B1-BD6E-5B77E8B5CD33}"/>
                  </a:ext>
                </a:extLst>
              </p:cNvPr>
              <p:cNvSpPr txBox="1"/>
              <p:nvPr/>
            </p:nvSpPr>
            <p:spPr>
              <a:xfrm>
                <a:off x="268136" y="1249704"/>
                <a:ext cx="11623420" cy="369332"/>
              </a:xfrm>
              <a:prstGeom prst="rect">
                <a:avLst/>
              </a:prstGeom>
              <a:noFill/>
            </p:spPr>
            <p:txBody>
              <a:bodyPr wrap="square">
                <a:spAutoFit/>
              </a:bodyPr>
              <a:lstStyle/>
              <a:p>
                <a:r>
                  <a:rPr lang="en-US" b="1" dirty="0"/>
                  <a:t>Container</a:t>
                </a:r>
              </a:p>
            </p:txBody>
          </p:sp>
          <p:sp>
            <p:nvSpPr>
              <p:cNvPr id="11" name="TextBox 10">
                <a:extLst>
                  <a:ext uri="{FF2B5EF4-FFF2-40B4-BE49-F238E27FC236}">
                    <a16:creationId xmlns:a16="http://schemas.microsoft.com/office/drawing/2014/main" id="{6868D702-E12C-6110-88B9-AE86EC0F0BF5}"/>
                  </a:ext>
                </a:extLst>
              </p:cNvPr>
              <p:cNvSpPr txBox="1"/>
              <p:nvPr/>
            </p:nvSpPr>
            <p:spPr>
              <a:xfrm>
                <a:off x="278990" y="1619036"/>
                <a:ext cx="11623420" cy="369332"/>
              </a:xfrm>
              <a:prstGeom prst="rect">
                <a:avLst/>
              </a:prstGeom>
              <a:noFill/>
            </p:spPr>
            <p:txBody>
              <a:bodyPr wrap="square">
                <a:spAutoFit/>
              </a:bodyPr>
              <a:lstStyle/>
              <a:p>
                <a:r>
                  <a:rPr lang="en-US" dirty="0"/>
                  <a:t>Containers are isolated processes for each of your app's components (frontend, API, database, …)</a:t>
                </a:r>
              </a:p>
            </p:txBody>
          </p:sp>
        </p:grpSp>
        <p:pic>
          <p:nvPicPr>
            <p:cNvPr id="13" name="Picture 6" descr="Docker Hub: Centralized management of Docker images">
              <a:hlinkClick r:id="rId3"/>
              <a:extLst>
                <a:ext uri="{FF2B5EF4-FFF2-40B4-BE49-F238E27FC236}">
                  <a16:creationId xmlns:a16="http://schemas.microsoft.com/office/drawing/2014/main" id="{41887D9D-6224-D176-006F-E366DC3531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4625" y="2513858"/>
              <a:ext cx="386811" cy="38681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1" name="Group 30">
            <a:extLst>
              <a:ext uri="{FF2B5EF4-FFF2-40B4-BE49-F238E27FC236}">
                <a16:creationId xmlns:a16="http://schemas.microsoft.com/office/drawing/2014/main" id="{C6586F1A-C8C2-F32F-B55A-58E21F688FA7}"/>
              </a:ext>
            </a:extLst>
          </p:cNvPr>
          <p:cNvGrpSpPr/>
          <p:nvPr/>
        </p:nvGrpSpPr>
        <p:grpSpPr>
          <a:xfrm>
            <a:off x="278991" y="2140858"/>
            <a:ext cx="11634274" cy="1294702"/>
            <a:chOff x="278991" y="2207767"/>
            <a:chExt cx="11634274" cy="1294702"/>
          </a:xfrm>
        </p:grpSpPr>
        <p:grpSp>
          <p:nvGrpSpPr>
            <p:cNvPr id="22" name="Group 21">
              <a:extLst>
                <a:ext uri="{FF2B5EF4-FFF2-40B4-BE49-F238E27FC236}">
                  <a16:creationId xmlns:a16="http://schemas.microsoft.com/office/drawing/2014/main" id="{AD10FEE6-8817-1836-16E2-A1CBA4495B07}"/>
                </a:ext>
              </a:extLst>
            </p:cNvPr>
            <p:cNvGrpSpPr/>
            <p:nvPr/>
          </p:nvGrpSpPr>
          <p:grpSpPr>
            <a:xfrm>
              <a:off x="278991" y="2209807"/>
              <a:ext cx="11634274" cy="1292662"/>
              <a:chOff x="268136" y="1249704"/>
              <a:chExt cx="11634274" cy="1292662"/>
            </a:xfrm>
          </p:grpSpPr>
          <p:sp>
            <p:nvSpPr>
              <p:cNvPr id="25" name="TextBox 24">
                <a:extLst>
                  <a:ext uri="{FF2B5EF4-FFF2-40B4-BE49-F238E27FC236}">
                    <a16:creationId xmlns:a16="http://schemas.microsoft.com/office/drawing/2014/main" id="{A79FD6FE-9DC9-7578-CCCE-D4C21255BEC2}"/>
                  </a:ext>
                </a:extLst>
              </p:cNvPr>
              <p:cNvSpPr txBox="1"/>
              <p:nvPr/>
            </p:nvSpPr>
            <p:spPr>
              <a:xfrm>
                <a:off x="268136" y="1249704"/>
                <a:ext cx="11623420" cy="369332"/>
              </a:xfrm>
              <a:prstGeom prst="rect">
                <a:avLst/>
              </a:prstGeom>
              <a:noFill/>
            </p:spPr>
            <p:txBody>
              <a:bodyPr wrap="square">
                <a:spAutoFit/>
              </a:bodyPr>
              <a:lstStyle/>
              <a:p>
                <a:r>
                  <a:rPr lang="en-US" b="1" dirty="0"/>
                  <a:t>Container Orchestration</a:t>
                </a:r>
              </a:p>
            </p:txBody>
          </p:sp>
          <p:sp>
            <p:nvSpPr>
              <p:cNvPr id="26" name="TextBox 25">
                <a:extLst>
                  <a:ext uri="{FF2B5EF4-FFF2-40B4-BE49-F238E27FC236}">
                    <a16:creationId xmlns:a16="http://schemas.microsoft.com/office/drawing/2014/main" id="{FEC9D11A-6CCD-3434-2D66-C5BFA70EBB9B}"/>
                  </a:ext>
                </a:extLst>
              </p:cNvPr>
              <p:cNvSpPr txBox="1"/>
              <p:nvPr/>
            </p:nvSpPr>
            <p:spPr>
              <a:xfrm>
                <a:off x="278990" y="1619036"/>
                <a:ext cx="11623420" cy="923330"/>
              </a:xfrm>
              <a:prstGeom prst="rect">
                <a:avLst/>
              </a:prstGeom>
              <a:noFill/>
            </p:spPr>
            <p:txBody>
              <a:bodyPr wrap="square">
                <a:spAutoFit/>
              </a:bodyPr>
              <a:lstStyle/>
              <a:p>
                <a:r>
                  <a:rPr lang="en-US" dirty="0"/>
                  <a:t>Container orchestration is the process of</a:t>
                </a:r>
                <a:r>
                  <a:rPr lang="en-US" b="1" dirty="0"/>
                  <a:t> automating the deployment</a:t>
                </a:r>
                <a:r>
                  <a:rPr lang="en-US" dirty="0"/>
                  <a:t>, management, scaling, and networking of containers throughout their lifecycle, making it possible to deploy software consistently across many different environments at scale.</a:t>
                </a:r>
              </a:p>
              <a:p>
                <a:r>
                  <a:rPr lang="en-US" dirty="0"/>
                  <a:t>Example: </a:t>
                </a:r>
                <a:r>
                  <a:rPr lang="en-US" i="1" dirty="0"/>
                  <a:t>Red Hat OpenShift Container Platform</a:t>
                </a:r>
              </a:p>
            </p:txBody>
          </p:sp>
        </p:grpSp>
        <p:pic>
          <p:nvPicPr>
            <p:cNvPr id="27" name="Picture 26">
              <a:hlinkClick r:id="rId5"/>
              <a:extLst>
                <a:ext uri="{FF2B5EF4-FFF2-40B4-BE49-F238E27FC236}">
                  <a16:creationId xmlns:a16="http://schemas.microsoft.com/office/drawing/2014/main" id="{47D337EA-18F7-2229-A23D-8E0C8A4F3817}"/>
                </a:ext>
              </a:extLst>
            </p:cNvPr>
            <p:cNvPicPr>
              <a:picLocks noChangeAspect="1"/>
            </p:cNvPicPr>
            <p:nvPr/>
          </p:nvPicPr>
          <p:blipFill>
            <a:blip r:embed="rId6"/>
            <a:stretch>
              <a:fillRect/>
            </a:stretch>
          </p:blipFill>
          <p:spPr>
            <a:xfrm>
              <a:off x="2738414" y="2207767"/>
              <a:ext cx="316888" cy="316888"/>
            </a:xfrm>
            <a:prstGeom prst="rect">
              <a:avLst/>
            </a:prstGeom>
          </p:spPr>
        </p:pic>
      </p:grpSp>
      <p:grpSp>
        <p:nvGrpSpPr>
          <p:cNvPr id="56323" name="Group 56322">
            <a:extLst>
              <a:ext uri="{FF2B5EF4-FFF2-40B4-BE49-F238E27FC236}">
                <a16:creationId xmlns:a16="http://schemas.microsoft.com/office/drawing/2014/main" id="{6FA7B962-2B2D-A017-DE51-30BA12DD1587}"/>
              </a:ext>
            </a:extLst>
          </p:cNvPr>
          <p:cNvGrpSpPr/>
          <p:nvPr/>
        </p:nvGrpSpPr>
        <p:grpSpPr>
          <a:xfrm>
            <a:off x="289845" y="3478864"/>
            <a:ext cx="11634274" cy="1015663"/>
            <a:chOff x="289845" y="3545773"/>
            <a:chExt cx="11634274" cy="1015663"/>
          </a:xfrm>
        </p:grpSpPr>
        <p:grpSp>
          <p:nvGrpSpPr>
            <p:cNvPr id="59" name="Group 58">
              <a:extLst>
                <a:ext uri="{FF2B5EF4-FFF2-40B4-BE49-F238E27FC236}">
                  <a16:creationId xmlns:a16="http://schemas.microsoft.com/office/drawing/2014/main" id="{CBBEABD1-610D-641C-CD1C-E40F3028F499}"/>
                </a:ext>
              </a:extLst>
            </p:cNvPr>
            <p:cNvGrpSpPr/>
            <p:nvPr/>
          </p:nvGrpSpPr>
          <p:grpSpPr>
            <a:xfrm>
              <a:off x="289845" y="3545773"/>
              <a:ext cx="11634274" cy="1015663"/>
              <a:chOff x="268136" y="1249704"/>
              <a:chExt cx="11634274" cy="1015663"/>
            </a:xfrm>
          </p:grpSpPr>
          <p:sp>
            <p:nvSpPr>
              <p:cNvPr id="61" name="TextBox 60">
                <a:extLst>
                  <a:ext uri="{FF2B5EF4-FFF2-40B4-BE49-F238E27FC236}">
                    <a16:creationId xmlns:a16="http://schemas.microsoft.com/office/drawing/2014/main" id="{F66E47AB-5EDF-977A-8E02-7BA115135DC9}"/>
                  </a:ext>
                </a:extLst>
              </p:cNvPr>
              <p:cNvSpPr txBox="1"/>
              <p:nvPr/>
            </p:nvSpPr>
            <p:spPr>
              <a:xfrm>
                <a:off x="268136" y="1249704"/>
                <a:ext cx="11623420" cy="369332"/>
              </a:xfrm>
              <a:prstGeom prst="rect">
                <a:avLst/>
              </a:prstGeom>
              <a:noFill/>
            </p:spPr>
            <p:txBody>
              <a:bodyPr wrap="square">
                <a:spAutoFit/>
              </a:bodyPr>
              <a:lstStyle/>
              <a:p>
                <a:r>
                  <a:rPr lang="en-US" b="1" dirty="0"/>
                  <a:t>Kubernetes</a:t>
                </a:r>
              </a:p>
            </p:txBody>
          </p:sp>
          <p:sp>
            <p:nvSpPr>
              <p:cNvPr id="62" name="TextBox 61">
                <a:extLst>
                  <a:ext uri="{FF2B5EF4-FFF2-40B4-BE49-F238E27FC236}">
                    <a16:creationId xmlns:a16="http://schemas.microsoft.com/office/drawing/2014/main" id="{2A62C90D-DFF7-940E-24AF-F66F375F20A7}"/>
                  </a:ext>
                </a:extLst>
              </p:cNvPr>
              <p:cNvSpPr txBox="1"/>
              <p:nvPr/>
            </p:nvSpPr>
            <p:spPr>
              <a:xfrm>
                <a:off x="278990" y="1619036"/>
                <a:ext cx="11623420" cy="646331"/>
              </a:xfrm>
              <a:prstGeom prst="rect">
                <a:avLst/>
              </a:prstGeom>
              <a:noFill/>
            </p:spPr>
            <p:txBody>
              <a:bodyPr wrap="square">
                <a:spAutoFit/>
              </a:bodyPr>
              <a:lstStyle/>
              <a:p>
                <a:r>
                  <a:rPr lang="en-US" dirty="0"/>
                  <a:t>Kubernetes is an open source container orchestration platform that automates many of the manual processes involved in deploying, managing, and scaling containerized applications.</a:t>
                </a:r>
              </a:p>
            </p:txBody>
          </p:sp>
        </p:grpSp>
        <p:pic>
          <p:nvPicPr>
            <p:cNvPr id="56321" name="Picture 56320">
              <a:hlinkClick r:id="rId7"/>
              <a:extLst>
                <a:ext uri="{FF2B5EF4-FFF2-40B4-BE49-F238E27FC236}">
                  <a16:creationId xmlns:a16="http://schemas.microsoft.com/office/drawing/2014/main" id="{5262C3E9-2167-28F2-2DC4-426F4B17C48F}"/>
                </a:ext>
              </a:extLst>
            </p:cNvPr>
            <p:cNvPicPr>
              <a:picLocks noChangeAspect="1"/>
            </p:cNvPicPr>
            <p:nvPr/>
          </p:nvPicPr>
          <p:blipFill>
            <a:blip r:embed="rId6"/>
            <a:stretch>
              <a:fillRect/>
            </a:stretch>
          </p:blipFill>
          <p:spPr>
            <a:xfrm>
              <a:off x="1598158" y="3552195"/>
              <a:ext cx="316888" cy="316888"/>
            </a:xfrm>
            <a:prstGeom prst="rect">
              <a:avLst/>
            </a:prstGeom>
          </p:spPr>
        </p:pic>
      </p:grpSp>
      <p:grpSp>
        <p:nvGrpSpPr>
          <p:cNvPr id="56325" name="Group 56324">
            <a:extLst>
              <a:ext uri="{FF2B5EF4-FFF2-40B4-BE49-F238E27FC236}">
                <a16:creationId xmlns:a16="http://schemas.microsoft.com/office/drawing/2014/main" id="{83A4BEAD-2869-3C48-52AC-57A3002E94A7}"/>
              </a:ext>
            </a:extLst>
          </p:cNvPr>
          <p:cNvGrpSpPr/>
          <p:nvPr/>
        </p:nvGrpSpPr>
        <p:grpSpPr>
          <a:xfrm>
            <a:off x="300699" y="4591640"/>
            <a:ext cx="11634274" cy="1015663"/>
            <a:chOff x="289845" y="3545773"/>
            <a:chExt cx="11634274" cy="1015663"/>
          </a:xfrm>
        </p:grpSpPr>
        <p:grpSp>
          <p:nvGrpSpPr>
            <p:cNvPr id="56327" name="Group 56326">
              <a:extLst>
                <a:ext uri="{FF2B5EF4-FFF2-40B4-BE49-F238E27FC236}">
                  <a16:creationId xmlns:a16="http://schemas.microsoft.com/office/drawing/2014/main" id="{C08DDB7F-2225-F70C-1F12-0BA8970DA2A1}"/>
                </a:ext>
              </a:extLst>
            </p:cNvPr>
            <p:cNvGrpSpPr/>
            <p:nvPr/>
          </p:nvGrpSpPr>
          <p:grpSpPr>
            <a:xfrm>
              <a:off x="289845" y="3545773"/>
              <a:ext cx="11634274" cy="1015663"/>
              <a:chOff x="268136" y="1249704"/>
              <a:chExt cx="11634274" cy="1015663"/>
            </a:xfrm>
          </p:grpSpPr>
          <p:sp>
            <p:nvSpPr>
              <p:cNvPr id="56329" name="TextBox 56328">
                <a:extLst>
                  <a:ext uri="{FF2B5EF4-FFF2-40B4-BE49-F238E27FC236}">
                    <a16:creationId xmlns:a16="http://schemas.microsoft.com/office/drawing/2014/main" id="{E1AE8749-9BAD-1449-8612-41661EF7F278}"/>
                  </a:ext>
                </a:extLst>
              </p:cNvPr>
              <p:cNvSpPr txBox="1"/>
              <p:nvPr/>
            </p:nvSpPr>
            <p:spPr>
              <a:xfrm>
                <a:off x="268136" y="1249704"/>
                <a:ext cx="11623420" cy="369332"/>
              </a:xfrm>
              <a:prstGeom prst="rect">
                <a:avLst/>
              </a:prstGeom>
              <a:noFill/>
            </p:spPr>
            <p:txBody>
              <a:bodyPr wrap="square">
                <a:spAutoFit/>
              </a:bodyPr>
              <a:lstStyle/>
              <a:p>
                <a:r>
                  <a:rPr lang="en-US" b="1" dirty="0"/>
                  <a:t>Red Hat OpenShift</a:t>
                </a:r>
              </a:p>
            </p:txBody>
          </p:sp>
          <p:sp>
            <p:nvSpPr>
              <p:cNvPr id="56330" name="TextBox 56329">
                <a:extLst>
                  <a:ext uri="{FF2B5EF4-FFF2-40B4-BE49-F238E27FC236}">
                    <a16:creationId xmlns:a16="http://schemas.microsoft.com/office/drawing/2014/main" id="{F9CC4BF4-8743-9FCE-B677-83C190BDD389}"/>
                  </a:ext>
                </a:extLst>
              </p:cNvPr>
              <p:cNvSpPr txBox="1"/>
              <p:nvPr/>
            </p:nvSpPr>
            <p:spPr>
              <a:xfrm>
                <a:off x="278990" y="1619036"/>
                <a:ext cx="11623420" cy="646331"/>
              </a:xfrm>
              <a:prstGeom prst="rect">
                <a:avLst/>
              </a:prstGeom>
              <a:noFill/>
            </p:spPr>
            <p:txBody>
              <a:bodyPr wrap="square">
                <a:spAutoFit/>
              </a:bodyPr>
              <a:lstStyle/>
              <a:p>
                <a:r>
                  <a:rPr lang="en-US" dirty="0"/>
                  <a:t>Red Hat® OpenShift® is an enterprise grade open source application platform</a:t>
                </a:r>
              </a:p>
              <a:p>
                <a:r>
                  <a:rPr lang="en-US" dirty="0"/>
                  <a:t>It is powered by Kubernetes as the container orchestration engine, and many more features</a:t>
                </a:r>
              </a:p>
            </p:txBody>
          </p:sp>
        </p:grpSp>
        <p:pic>
          <p:nvPicPr>
            <p:cNvPr id="56328" name="Picture 56327">
              <a:hlinkClick r:id="rId8"/>
              <a:extLst>
                <a:ext uri="{FF2B5EF4-FFF2-40B4-BE49-F238E27FC236}">
                  <a16:creationId xmlns:a16="http://schemas.microsoft.com/office/drawing/2014/main" id="{3C6F2BE1-C3D1-A5F3-1733-5A94D7EF79F9}"/>
                </a:ext>
              </a:extLst>
            </p:cNvPr>
            <p:cNvPicPr>
              <a:picLocks noChangeAspect="1"/>
            </p:cNvPicPr>
            <p:nvPr/>
          </p:nvPicPr>
          <p:blipFill>
            <a:blip r:embed="rId6"/>
            <a:stretch>
              <a:fillRect/>
            </a:stretch>
          </p:blipFill>
          <p:spPr>
            <a:xfrm>
              <a:off x="2311836" y="3571995"/>
              <a:ext cx="316888" cy="316888"/>
            </a:xfrm>
            <a:prstGeom prst="rect">
              <a:avLst/>
            </a:prstGeom>
          </p:spPr>
        </p:pic>
      </p:grpSp>
    </p:spTree>
    <p:extLst>
      <p:ext uri="{BB962C8B-B14F-4D97-AF65-F5344CB8AC3E}">
        <p14:creationId xmlns:p14="http://schemas.microsoft.com/office/powerpoint/2010/main" val="601742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7FBE7-5962-BC33-B5B6-0416D996389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574C2C9-988C-A3E0-F957-C1C111A39C72}"/>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251D3010-03B0-7C20-0261-5FE504327F45}"/>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AC70196-C591-B106-FCCF-30F8E822EA29}"/>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57" name="Group 56">
            <a:extLst>
              <a:ext uri="{FF2B5EF4-FFF2-40B4-BE49-F238E27FC236}">
                <a16:creationId xmlns:a16="http://schemas.microsoft.com/office/drawing/2014/main" id="{EA2E82E9-01B1-9F61-5540-4C570527D6D1}"/>
              </a:ext>
            </a:extLst>
          </p:cNvPr>
          <p:cNvGrpSpPr/>
          <p:nvPr/>
        </p:nvGrpSpPr>
        <p:grpSpPr>
          <a:xfrm>
            <a:off x="278863" y="1390507"/>
            <a:ext cx="11634274" cy="762658"/>
            <a:chOff x="273564" y="3642025"/>
            <a:chExt cx="11634274" cy="762658"/>
          </a:xfrm>
        </p:grpSpPr>
        <p:grpSp>
          <p:nvGrpSpPr>
            <p:cNvPr id="43" name="Group 42">
              <a:extLst>
                <a:ext uri="{FF2B5EF4-FFF2-40B4-BE49-F238E27FC236}">
                  <a16:creationId xmlns:a16="http://schemas.microsoft.com/office/drawing/2014/main" id="{9F7CC6E1-A36D-A1A3-08B3-499662B066BD}"/>
                </a:ext>
              </a:extLst>
            </p:cNvPr>
            <p:cNvGrpSpPr/>
            <p:nvPr/>
          </p:nvGrpSpPr>
          <p:grpSpPr>
            <a:xfrm>
              <a:off x="273564" y="3666019"/>
              <a:ext cx="11634274" cy="738664"/>
              <a:chOff x="268136" y="1249704"/>
              <a:chExt cx="11634274" cy="738664"/>
            </a:xfrm>
          </p:grpSpPr>
          <p:sp>
            <p:nvSpPr>
              <p:cNvPr id="45" name="TextBox 44">
                <a:extLst>
                  <a:ext uri="{FF2B5EF4-FFF2-40B4-BE49-F238E27FC236}">
                    <a16:creationId xmlns:a16="http://schemas.microsoft.com/office/drawing/2014/main" id="{3137C49F-55F1-8442-DC04-063BC5713EC7}"/>
                  </a:ext>
                </a:extLst>
              </p:cNvPr>
              <p:cNvSpPr txBox="1"/>
              <p:nvPr/>
            </p:nvSpPr>
            <p:spPr>
              <a:xfrm>
                <a:off x="268136" y="1249704"/>
                <a:ext cx="11623420" cy="369332"/>
              </a:xfrm>
              <a:prstGeom prst="rect">
                <a:avLst/>
              </a:prstGeom>
              <a:noFill/>
            </p:spPr>
            <p:txBody>
              <a:bodyPr wrap="square">
                <a:spAutoFit/>
              </a:bodyPr>
              <a:lstStyle/>
              <a:p>
                <a:r>
                  <a:rPr lang="en-US" b="1" dirty="0"/>
                  <a:t>Helm</a:t>
                </a:r>
              </a:p>
            </p:txBody>
          </p:sp>
          <p:sp>
            <p:nvSpPr>
              <p:cNvPr id="46" name="TextBox 45">
                <a:extLst>
                  <a:ext uri="{FF2B5EF4-FFF2-40B4-BE49-F238E27FC236}">
                    <a16:creationId xmlns:a16="http://schemas.microsoft.com/office/drawing/2014/main" id="{ACE74BC9-8031-C526-E244-42CD4EA203AB}"/>
                  </a:ext>
                </a:extLst>
              </p:cNvPr>
              <p:cNvSpPr txBox="1"/>
              <p:nvPr/>
            </p:nvSpPr>
            <p:spPr>
              <a:xfrm>
                <a:off x="278990" y="1619036"/>
                <a:ext cx="11623420" cy="369332"/>
              </a:xfrm>
              <a:prstGeom prst="rect">
                <a:avLst/>
              </a:prstGeom>
              <a:noFill/>
            </p:spPr>
            <p:txBody>
              <a:bodyPr wrap="square">
                <a:spAutoFit/>
              </a:bodyPr>
              <a:lstStyle/>
              <a:p>
                <a:r>
                  <a:rPr lang="en-US" dirty="0"/>
                  <a:t>Helm helps you manage Kubernetes applications</a:t>
                </a:r>
              </a:p>
            </p:txBody>
          </p:sp>
        </p:grpSp>
        <p:pic>
          <p:nvPicPr>
            <p:cNvPr id="47" name="Picture 46">
              <a:hlinkClick r:id="rId3"/>
              <a:extLst>
                <a:ext uri="{FF2B5EF4-FFF2-40B4-BE49-F238E27FC236}">
                  <a16:creationId xmlns:a16="http://schemas.microsoft.com/office/drawing/2014/main" id="{73091031-D334-6DBB-57E0-5172C6FDDDF4}"/>
                </a:ext>
              </a:extLst>
            </p:cNvPr>
            <p:cNvPicPr>
              <a:picLocks noChangeAspect="1"/>
            </p:cNvPicPr>
            <p:nvPr/>
          </p:nvPicPr>
          <p:blipFill>
            <a:blip r:embed="rId4"/>
            <a:stretch>
              <a:fillRect/>
            </a:stretch>
          </p:blipFill>
          <p:spPr>
            <a:xfrm>
              <a:off x="947521" y="3642025"/>
              <a:ext cx="359932" cy="415580"/>
            </a:xfrm>
            <a:prstGeom prst="rect">
              <a:avLst/>
            </a:prstGeom>
          </p:spPr>
        </p:pic>
      </p:grpSp>
      <p:grpSp>
        <p:nvGrpSpPr>
          <p:cNvPr id="56" name="Group 55">
            <a:extLst>
              <a:ext uri="{FF2B5EF4-FFF2-40B4-BE49-F238E27FC236}">
                <a16:creationId xmlns:a16="http://schemas.microsoft.com/office/drawing/2014/main" id="{E1EB80CB-E6B5-DDE9-B90D-C8E22F728B72}"/>
              </a:ext>
            </a:extLst>
          </p:cNvPr>
          <p:cNvGrpSpPr/>
          <p:nvPr/>
        </p:nvGrpSpPr>
        <p:grpSpPr>
          <a:xfrm>
            <a:off x="262582" y="2332210"/>
            <a:ext cx="11623420" cy="1329061"/>
            <a:chOff x="268137" y="4589349"/>
            <a:chExt cx="11623420" cy="1329061"/>
          </a:xfrm>
        </p:grpSpPr>
        <p:pic>
          <p:nvPicPr>
            <p:cNvPr id="53" name="Picture 52">
              <a:extLst>
                <a:ext uri="{FF2B5EF4-FFF2-40B4-BE49-F238E27FC236}">
                  <a16:creationId xmlns:a16="http://schemas.microsoft.com/office/drawing/2014/main" id="{B815DEAA-0356-EE24-DD49-AC0CB28C1BA1}"/>
                </a:ext>
              </a:extLst>
            </p:cNvPr>
            <p:cNvPicPr>
              <a:picLocks noChangeAspect="1"/>
            </p:cNvPicPr>
            <p:nvPr/>
          </p:nvPicPr>
          <p:blipFill>
            <a:blip r:embed="rId5"/>
            <a:srcRect l="9224" t="28188" r="12832" b="20119"/>
            <a:stretch>
              <a:fillRect/>
            </a:stretch>
          </p:blipFill>
          <p:spPr>
            <a:xfrm>
              <a:off x="268137" y="4589349"/>
              <a:ext cx="1878588" cy="369332"/>
            </a:xfrm>
            <a:prstGeom prst="rect">
              <a:avLst/>
            </a:prstGeom>
          </p:spPr>
        </p:pic>
        <p:sp>
          <p:nvSpPr>
            <p:cNvPr id="54" name="TextBox 53">
              <a:extLst>
                <a:ext uri="{FF2B5EF4-FFF2-40B4-BE49-F238E27FC236}">
                  <a16:creationId xmlns:a16="http://schemas.microsoft.com/office/drawing/2014/main" id="{7AC7EB78-E850-4F45-889A-8FA7066AB3AE}"/>
                </a:ext>
              </a:extLst>
            </p:cNvPr>
            <p:cNvSpPr txBox="1"/>
            <p:nvPr/>
          </p:nvSpPr>
          <p:spPr>
            <a:xfrm>
              <a:off x="268137" y="4995080"/>
              <a:ext cx="11623420" cy="923330"/>
            </a:xfrm>
            <a:prstGeom prst="rect">
              <a:avLst/>
            </a:prstGeom>
            <a:noFill/>
          </p:spPr>
          <p:txBody>
            <a:bodyPr wrap="square">
              <a:spAutoFit/>
            </a:bodyPr>
            <a:lstStyle/>
            <a:p>
              <a:r>
                <a:rPr lang="en-US" dirty="0"/>
                <a:t>Helm Charts help you define, install, and upgrade even the most complex Kubernetes application.</a:t>
              </a:r>
            </a:p>
            <a:p>
              <a:r>
                <a:rPr lang="en-US" dirty="0"/>
                <a:t>Helm charts are a collection of files that describe a </a:t>
              </a:r>
              <a:r>
                <a:rPr lang="en-US" b="1" dirty="0"/>
                <a:t>Kubernetes cluster’s resources </a:t>
              </a:r>
              <a:r>
                <a:rPr lang="en-US" dirty="0"/>
                <a:t>and package them together as an application</a:t>
              </a:r>
            </a:p>
          </p:txBody>
        </p:sp>
      </p:grpSp>
      <p:pic>
        <p:nvPicPr>
          <p:cNvPr id="2" name="Picture 1">
            <a:hlinkClick r:id="rId6"/>
            <a:extLst>
              <a:ext uri="{FF2B5EF4-FFF2-40B4-BE49-F238E27FC236}">
                <a16:creationId xmlns:a16="http://schemas.microsoft.com/office/drawing/2014/main" id="{85CC84BB-780D-17BA-F561-77F5271FD27C}"/>
              </a:ext>
            </a:extLst>
          </p:cNvPr>
          <p:cNvPicPr>
            <a:picLocks noChangeAspect="1"/>
          </p:cNvPicPr>
          <p:nvPr/>
        </p:nvPicPr>
        <p:blipFill>
          <a:blip r:embed="rId4"/>
          <a:stretch>
            <a:fillRect/>
          </a:stretch>
        </p:blipFill>
        <p:spPr>
          <a:xfrm>
            <a:off x="9497840" y="2701542"/>
            <a:ext cx="359932" cy="415580"/>
          </a:xfrm>
          <a:prstGeom prst="rect">
            <a:avLst/>
          </a:prstGeom>
        </p:spPr>
      </p:pic>
      <p:pic>
        <p:nvPicPr>
          <p:cNvPr id="4" name="Picture 3">
            <a:hlinkClick r:id="rId7"/>
            <a:extLst>
              <a:ext uri="{FF2B5EF4-FFF2-40B4-BE49-F238E27FC236}">
                <a16:creationId xmlns:a16="http://schemas.microsoft.com/office/drawing/2014/main" id="{6AD47A4B-F990-171D-37A4-48DC45F353E4}"/>
              </a:ext>
            </a:extLst>
          </p:cNvPr>
          <p:cNvPicPr>
            <a:picLocks noChangeAspect="1"/>
          </p:cNvPicPr>
          <p:nvPr/>
        </p:nvPicPr>
        <p:blipFill>
          <a:blip r:embed="rId8"/>
          <a:stretch>
            <a:fillRect/>
          </a:stretch>
        </p:blipFill>
        <p:spPr>
          <a:xfrm>
            <a:off x="1525526" y="3322081"/>
            <a:ext cx="316888" cy="316888"/>
          </a:xfrm>
          <a:prstGeom prst="rect">
            <a:avLst/>
          </a:prstGeom>
        </p:spPr>
      </p:pic>
      <mc:AlternateContent xmlns:mc="http://schemas.openxmlformats.org/markup-compatibility/2006">
        <mc:Choice xmlns:pslz="http://schemas.microsoft.com/office/powerpoint/2016/slidezoom" Requires="pslz">
          <p:graphicFrame>
            <p:nvGraphicFramePr>
              <p:cNvPr id="6" name="Slide Zoom 5">
                <a:extLst>
                  <a:ext uri="{FF2B5EF4-FFF2-40B4-BE49-F238E27FC236}">
                    <a16:creationId xmlns:a16="http://schemas.microsoft.com/office/drawing/2014/main" id="{0FD0CA6B-4112-CDF2-DB87-4BB67C390930}"/>
                  </a:ext>
                </a:extLst>
              </p:cNvPr>
              <p:cNvGraphicFramePr>
                <a:graphicFrameLocks noChangeAspect="1"/>
              </p:cNvGraphicFramePr>
              <p:nvPr>
                <p:extLst>
                  <p:ext uri="{D42A27DB-BD31-4B8C-83A1-F6EECF244321}">
                    <p14:modId xmlns:p14="http://schemas.microsoft.com/office/powerpoint/2010/main" val="3040635735"/>
                  </p:ext>
                </p:extLst>
              </p:nvPr>
            </p:nvGraphicFramePr>
            <p:xfrm>
              <a:off x="6344239" y="3366853"/>
              <a:ext cx="483762" cy="272116"/>
            </p:xfrm>
            <a:graphic>
              <a:graphicData uri="http://schemas.microsoft.com/office/powerpoint/2016/slidezoom">
                <pslz:sldZm>
                  <pslz:sldZmObj sldId="2147473962" cId="843067282">
                    <pslz:zmPr id="{00E85E8D-B116-4BA9-9CF1-C209DFA4590C}" returnToParent="0" transitionDur="1000">
                      <p166:blipFill xmlns:p166="http://schemas.microsoft.com/office/powerpoint/2016/6/main">
                        <a:blip r:embed="rId9"/>
                        <a:stretch>
                          <a:fillRect/>
                        </a:stretch>
                      </p166:blipFill>
                      <p166:spPr xmlns:p166="http://schemas.microsoft.com/office/powerpoint/2016/6/main">
                        <a:xfrm>
                          <a:off x="0" y="0"/>
                          <a:ext cx="483762" cy="272116"/>
                        </a:xfrm>
                        <a:prstGeom prst="rect">
                          <a:avLst/>
                        </a:prstGeom>
                      </p166:spPr>
                    </pslz:zmPr>
                  </pslz:sldZmObj>
                </pslz:sldZm>
              </a:graphicData>
            </a:graphic>
          </p:graphicFrame>
        </mc:Choice>
        <mc:Fallback>
          <p:pic>
            <p:nvPicPr>
              <p:cNvPr id="6" name="Slide Zoom 5">
                <a:hlinkClick r:id="rId10" action="ppaction://hlinksldjump"/>
                <a:extLst>
                  <a:ext uri="{FF2B5EF4-FFF2-40B4-BE49-F238E27FC236}">
                    <a16:creationId xmlns:a16="http://schemas.microsoft.com/office/drawing/2014/main" id="{0FD0CA6B-4112-CDF2-DB87-4BB67C390930}"/>
                  </a:ext>
                </a:extLst>
              </p:cNvPr>
              <p:cNvPicPr>
                <a:picLocks noGrp="1" noRot="1" noChangeAspect="1" noMove="1" noResize="1" noEditPoints="1" noAdjustHandles="1" noChangeArrowheads="1" noChangeShapeType="1"/>
              </p:cNvPicPr>
              <p:nvPr/>
            </p:nvPicPr>
            <p:blipFill>
              <a:blip r:embed="rId9"/>
              <a:stretch>
                <a:fillRect/>
              </a:stretch>
            </p:blipFill>
            <p:spPr>
              <a:xfrm>
                <a:off x="6344239" y="3366853"/>
                <a:ext cx="483762" cy="272116"/>
              </a:xfrm>
              <a:prstGeom prst="rect">
                <a:avLst/>
              </a:prstGeom>
            </p:spPr>
          </p:pic>
        </mc:Fallback>
      </mc:AlternateContent>
      <p:grpSp>
        <p:nvGrpSpPr>
          <p:cNvPr id="25" name="Group 24">
            <a:extLst>
              <a:ext uri="{FF2B5EF4-FFF2-40B4-BE49-F238E27FC236}">
                <a16:creationId xmlns:a16="http://schemas.microsoft.com/office/drawing/2014/main" id="{9CEAAC05-741D-8054-F3A5-08903DBA833C}"/>
              </a:ext>
            </a:extLst>
          </p:cNvPr>
          <p:cNvGrpSpPr/>
          <p:nvPr/>
        </p:nvGrpSpPr>
        <p:grpSpPr>
          <a:xfrm>
            <a:off x="278863" y="5208508"/>
            <a:ext cx="11634274" cy="1026259"/>
            <a:chOff x="289717" y="3835341"/>
            <a:chExt cx="11634274" cy="1026259"/>
          </a:xfrm>
        </p:grpSpPr>
        <p:grpSp>
          <p:nvGrpSpPr>
            <p:cNvPr id="24" name="Group 23">
              <a:extLst>
                <a:ext uri="{FF2B5EF4-FFF2-40B4-BE49-F238E27FC236}">
                  <a16:creationId xmlns:a16="http://schemas.microsoft.com/office/drawing/2014/main" id="{117BC1EC-2839-5814-B44C-21401446C012}"/>
                </a:ext>
              </a:extLst>
            </p:cNvPr>
            <p:cNvGrpSpPr/>
            <p:nvPr/>
          </p:nvGrpSpPr>
          <p:grpSpPr>
            <a:xfrm>
              <a:off x="289717" y="3835341"/>
              <a:ext cx="11634274" cy="1026259"/>
              <a:chOff x="289717" y="3835341"/>
              <a:chExt cx="11634274" cy="1026259"/>
            </a:xfrm>
          </p:grpSpPr>
          <p:grpSp>
            <p:nvGrpSpPr>
              <p:cNvPr id="15" name="Group 14">
                <a:extLst>
                  <a:ext uri="{FF2B5EF4-FFF2-40B4-BE49-F238E27FC236}">
                    <a16:creationId xmlns:a16="http://schemas.microsoft.com/office/drawing/2014/main" id="{BFFCD1A2-7F36-A8DA-7185-ED4F13493544}"/>
                  </a:ext>
                </a:extLst>
              </p:cNvPr>
              <p:cNvGrpSpPr/>
              <p:nvPr/>
            </p:nvGrpSpPr>
            <p:grpSpPr>
              <a:xfrm>
                <a:off x="289717" y="3845937"/>
                <a:ext cx="11634274" cy="1015663"/>
                <a:chOff x="268136" y="1249704"/>
                <a:chExt cx="11634274" cy="1015663"/>
              </a:xfrm>
            </p:grpSpPr>
            <p:sp>
              <p:nvSpPr>
                <p:cNvPr id="20" name="TextBox 19">
                  <a:extLst>
                    <a:ext uri="{FF2B5EF4-FFF2-40B4-BE49-F238E27FC236}">
                      <a16:creationId xmlns:a16="http://schemas.microsoft.com/office/drawing/2014/main" id="{C16E6C3D-7E58-762A-E01E-09A34E5B8E73}"/>
                    </a:ext>
                  </a:extLst>
                </p:cNvPr>
                <p:cNvSpPr txBox="1"/>
                <p:nvPr/>
              </p:nvSpPr>
              <p:spPr>
                <a:xfrm>
                  <a:off x="268136" y="1249704"/>
                  <a:ext cx="11623420" cy="369332"/>
                </a:xfrm>
                <a:prstGeom prst="rect">
                  <a:avLst/>
                </a:prstGeom>
                <a:noFill/>
              </p:spPr>
              <p:txBody>
                <a:bodyPr wrap="square">
                  <a:spAutoFit/>
                </a:bodyPr>
                <a:lstStyle/>
                <a:p>
                  <a:r>
                    <a:rPr lang="en-US" b="1" dirty="0" err="1"/>
                    <a:t>GitOps</a:t>
                  </a:r>
                  <a:r>
                    <a:rPr lang="en-US" b="1" dirty="0"/>
                    <a:t> Controller</a:t>
                  </a:r>
                </a:p>
              </p:txBody>
            </p:sp>
            <p:sp>
              <p:nvSpPr>
                <p:cNvPr id="21" name="TextBox 20">
                  <a:extLst>
                    <a:ext uri="{FF2B5EF4-FFF2-40B4-BE49-F238E27FC236}">
                      <a16:creationId xmlns:a16="http://schemas.microsoft.com/office/drawing/2014/main" id="{C826773D-EF4F-2589-96FC-67125EE155C1}"/>
                    </a:ext>
                  </a:extLst>
                </p:cNvPr>
                <p:cNvSpPr txBox="1"/>
                <p:nvPr/>
              </p:nvSpPr>
              <p:spPr>
                <a:xfrm>
                  <a:off x="278990" y="1619036"/>
                  <a:ext cx="11623420" cy="646331"/>
                </a:xfrm>
                <a:prstGeom prst="rect">
                  <a:avLst/>
                </a:prstGeom>
                <a:noFill/>
              </p:spPr>
              <p:txBody>
                <a:bodyPr wrap="square">
                  <a:spAutoFit/>
                </a:bodyPr>
                <a:lstStyle/>
                <a:p>
                  <a:r>
                    <a:rPr lang="en-US" dirty="0"/>
                    <a:t>Red Hat® OpenShift® is an enterprise grade open source application platform</a:t>
                  </a:r>
                </a:p>
                <a:p>
                  <a:r>
                    <a:rPr lang="en-US" dirty="0"/>
                    <a:t>It is powered by Kubernetes as the container orchestration engine, and many more features. Example:</a:t>
                  </a:r>
                </a:p>
              </p:txBody>
            </p:sp>
          </p:grpSp>
          <p:pic>
            <p:nvPicPr>
              <p:cNvPr id="22" name="Picture 30" descr="Nvidia Logo Icons for Customization and Design">
                <a:hlinkClick r:id="rId11"/>
                <a:extLst>
                  <a:ext uri="{FF2B5EF4-FFF2-40B4-BE49-F238E27FC236}">
                    <a16:creationId xmlns:a16="http://schemas.microsoft.com/office/drawing/2014/main" id="{F1BDD848-D4AD-A2F1-BEE8-417369B138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68433" y="3835341"/>
                <a:ext cx="390525" cy="390525"/>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2">
              <a:extLst>
                <a:ext uri="{FF2B5EF4-FFF2-40B4-BE49-F238E27FC236}">
                  <a16:creationId xmlns:a16="http://schemas.microsoft.com/office/drawing/2014/main" id="{5CEBC966-9519-DB5A-DFEC-577743BEFD8D}"/>
                </a:ext>
              </a:extLst>
            </p:cNvPr>
            <p:cNvPicPr>
              <a:picLocks noChangeAspect="1"/>
            </p:cNvPicPr>
            <p:nvPr/>
          </p:nvPicPr>
          <p:blipFill>
            <a:blip r:embed="rId13"/>
            <a:stretch>
              <a:fillRect/>
            </a:stretch>
          </p:blipFill>
          <p:spPr>
            <a:xfrm>
              <a:off x="10023567" y="4153714"/>
              <a:ext cx="1165109" cy="656054"/>
            </a:xfrm>
            <a:prstGeom prst="rect">
              <a:avLst/>
            </a:prstGeom>
          </p:spPr>
        </p:pic>
      </p:grpSp>
      <p:grpSp>
        <p:nvGrpSpPr>
          <p:cNvPr id="33" name="Group 32">
            <a:extLst>
              <a:ext uri="{FF2B5EF4-FFF2-40B4-BE49-F238E27FC236}">
                <a16:creationId xmlns:a16="http://schemas.microsoft.com/office/drawing/2014/main" id="{6EB112FC-6140-DB6D-D3BE-1391F926C86F}"/>
              </a:ext>
            </a:extLst>
          </p:cNvPr>
          <p:cNvGrpSpPr/>
          <p:nvPr/>
        </p:nvGrpSpPr>
        <p:grpSpPr>
          <a:xfrm>
            <a:off x="245681" y="3783261"/>
            <a:ext cx="10349586" cy="1292662"/>
            <a:chOff x="2984892" y="5493327"/>
            <a:chExt cx="11634274" cy="1292662"/>
          </a:xfrm>
        </p:grpSpPr>
        <p:grpSp>
          <p:nvGrpSpPr>
            <p:cNvPr id="34" name="Group 33">
              <a:extLst>
                <a:ext uri="{FF2B5EF4-FFF2-40B4-BE49-F238E27FC236}">
                  <a16:creationId xmlns:a16="http://schemas.microsoft.com/office/drawing/2014/main" id="{2CB471D7-7B18-9708-3708-FED2C566C43A}"/>
                </a:ext>
              </a:extLst>
            </p:cNvPr>
            <p:cNvGrpSpPr/>
            <p:nvPr/>
          </p:nvGrpSpPr>
          <p:grpSpPr>
            <a:xfrm>
              <a:off x="2984892" y="5493327"/>
              <a:ext cx="11634274" cy="1292662"/>
              <a:chOff x="268136" y="1249704"/>
              <a:chExt cx="11634274" cy="1292662"/>
            </a:xfrm>
          </p:grpSpPr>
          <p:sp>
            <p:nvSpPr>
              <p:cNvPr id="36" name="TextBox 35">
                <a:extLst>
                  <a:ext uri="{FF2B5EF4-FFF2-40B4-BE49-F238E27FC236}">
                    <a16:creationId xmlns:a16="http://schemas.microsoft.com/office/drawing/2014/main" id="{513A86E4-775C-05DF-5E2A-157C72B03185}"/>
                  </a:ext>
                </a:extLst>
              </p:cNvPr>
              <p:cNvSpPr txBox="1"/>
              <p:nvPr/>
            </p:nvSpPr>
            <p:spPr>
              <a:xfrm>
                <a:off x="268136" y="1249704"/>
                <a:ext cx="11623420" cy="369332"/>
              </a:xfrm>
              <a:prstGeom prst="rect">
                <a:avLst/>
              </a:prstGeom>
              <a:noFill/>
            </p:spPr>
            <p:txBody>
              <a:bodyPr wrap="square">
                <a:spAutoFit/>
              </a:bodyPr>
              <a:lstStyle/>
              <a:p>
                <a:r>
                  <a:rPr lang="en-US" b="1" dirty="0" err="1"/>
                  <a:t>GitOps</a:t>
                </a:r>
                <a:endParaRPr lang="en-US" b="1" dirty="0"/>
              </a:p>
            </p:txBody>
          </p:sp>
          <p:sp>
            <p:nvSpPr>
              <p:cNvPr id="37" name="TextBox 36">
                <a:extLst>
                  <a:ext uri="{FF2B5EF4-FFF2-40B4-BE49-F238E27FC236}">
                    <a16:creationId xmlns:a16="http://schemas.microsoft.com/office/drawing/2014/main" id="{A8417AE3-42A7-234D-ECA4-10EB07575E3A}"/>
                  </a:ext>
                </a:extLst>
              </p:cNvPr>
              <p:cNvSpPr txBox="1"/>
              <p:nvPr/>
            </p:nvSpPr>
            <p:spPr>
              <a:xfrm>
                <a:off x="278990" y="1619036"/>
                <a:ext cx="11623420" cy="923330"/>
              </a:xfrm>
              <a:prstGeom prst="rect">
                <a:avLst/>
              </a:prstGeom>
              <a:noFill/>
            </p:spPr>
            <p:txBody>
              <a:bodyPr wrap="square">
                <a:spAutoFit/>
              </a:bodyPr>
              <a:lstStyle/>
              <a:p>
                <a:r>
                  <a:rPr lang="en-US" dirty="0" err="1"/>
                  <a:t>GitOps</a:t>
                </a:r>
                <a:r>
                  <a:rPr lang="en-US" dirty="0"/>
                  <a:t> is a set of practices for managing infrastructure and application configurations to expand upon existing processes and improve the application lifecycle.</a:t>
                </a:r>
              </a:p>
              <a:p>
                <a:r>
                  <a:rPr lang="en-US" dirty="0" err="1"/>
                  <a:t>GitOps</a:t>
                </a:r>
                <a:r>
                  <a:rPr lang="en-US" dirty="0"/>
                  <a:t> uses Git repositories as a single source of truth to deliver </a:t>
                </a:r>
                <a:r>
                  <a:rPr lang="en-US" dirty="0">
                    <a:hlinkClick r:id="rId14"/>
                  </a:rPr>
                  <a:t>infrastructure as code (</a:t>
                </a:r>
                <a:r>
                  <a:rPr lang="en-US" dirty="0" err="1">
                    <a:hlinkClick r:id="rId14"/>
                  </a:rPr>
                  <a:t>IaC</a:t>
                </a:r>
                <a:r>
                  <a:rPr lang="en-US" dirty="0">
                    <a:hlinkClick r:id="rId14"/>
                  </a:rPr>
                  <a:t>)</a:t>
                </a:r>
                <a:r>
                  <a:rPr lang="en-US" dirty="0"/>
                  <a:t>.</a:t>
                </a:r>
              </a:p>
            </p:txBody>
          </p:sp>
        </p:grpSp>
        <p:pic>
          <p:nvPicPr>
            <p:cNvPr id="35" name="Picture 34">
              <a:hlinkClick r:id="rId15"/>
              <a:extLst>
                <a:ext uri="{FF2B5EF4-FFF2-40B4-BE49-F238E27FC236}">
                  <a16:creationId xmlns:a16="http://schemas.microsoft.com/office/drawing/2014/main" id="{EAEA6F21-C967-1AC7-BCC6-E5C176A827C2}"/>
                </a:ext>
              </a:extLst>
            </p:cNvPr>
            <p:cNvPicPr>
              <a:picLocks noChangeAspect="1"/>
            </p:cNvPicPr>
            <p:nvPr/>
          </p:nvPicPr>
          <p:blipFill>
            <a:blip r:embed="rId8"/>
            <a:stretch>
              <a:fillRect/>
            </a:stretch>
          </p:blipFill>
          <p:spPr>
            <a:xfrm>
              <a:off x="3885867" y="5523220"/>
              <a:ext cx="316888" cy="316888"/>
            </a:xfrm>
            <a:prstGeom prst="rect">
              <a:avLst/>
            </a:prstGeom>
          </p:spPr>
        </p:pic>
      </p:grpSp>
    </p:spTree>
    <p:extLst>
      <p:ext uri="{BB962C8B-B14F-4D97-AF65-F5344CB8AC3E}">
        <p14:creationId xmlns:p14="http://schemas.microsoft.com/office/powerpoint/2010/main" val="2328456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5A28D-D677-75D7-DE96-1792A96434B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2F8733AD-102B-C827-A48C-BAC48C950AB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41EEA29-03C4-B293-0192-10695B2CB130}"/>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557B68E-33C9-75BD-B745-4B3B9DFA595A}"/>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18" name="Group 17">
            <a:extLst>
              <a:ext uri="{FF2B5EF4-FFF2-40B4-BE49-F238E27FC236}">
                <a16:creationId xmlns:a16="http://schemas.microsoft.com/office/drawing/2014/main" id="{19D5B388-E66B-AABD-F550-E1782F9B611A}"/>
              </a:ext>
            </a:extLst>
          </p:cNvPr>
          <p:cNvGrpSpPr/>
          <p:nvPr/>
        </p:nvGrpSpPr>
        <p:grpSpPr>
          <a:xfrm>
            <a:off x="278863" y="1199315"/>
            <a:ext cx="11634274" cy="1569661"/>
            <a:chOff x="278863" y="1199315"/>
            <a:chExt cx="11634274" cy="1569661"/>
          </a:xfrm>
        </p:grpSpPr>
        <p:grpSp>
          <p:nvGrpSpPr>
            <p:cNvPr id="15" name="Group 14">
              <a:extLst>
                <a:ext uri="{FF2B5EF4-FFF2-40B4-BE49-F238E27FC236}">
                  <a16:creationId xmlns:a16="http://schemas.microsoft.com/office/drawing/2014/main" id="{06939214-440E-0902-3C8E-B5252931848F}"/>
                </a:ext>
              </a:extLst>
            </p:cNvPr>
            <p:cNvGrpSpPr/>
            <p:nvPr/>
          </p:nvGrpSpPr>
          <p:grpSpPr>
            <a:xfrm>
              <a:off x="278863" y="1199315"/>
              <a:ext cx="11634274" cy="1569661"/>
              <a:chOff x="278863" y="1199315"/>
              <a:chExt cx="11634274" cy="1569661"/>
            </a:xfrm>
          </p:grpSpPr>
          <p:grpSp>
            <p:nvGrpSpPr>
              <p:cNvPr id="2" name="Group 1">
                <a:extLst>
                  <a:ext uri="{FF2B5EF4-FFF2-40B4-BE49-F238E27FC236}">
                    <a16:creationId xmlns:a16="http://schemas.microsoft.com/office/drawing/2014/main" id="{03ED5F9E-3D7B-343F-28EA-CBDC40925DF8}"/>
                  </a:ext>
                </a:extLst>
              </p:cNvPr>
              <p:cNvGrpSpPr/>
              <p:nvPr/>
            </p:nvGrpSpPr>
            <p:grpSpPr>
              <a:xfrm>
                <a:off x="278863" y="1199315"/>
                <a:ext cx="11634274" cy="1569661"/>
                <a:chOff x="289845" y="3545773"/>
                <a:chExt cx="11634274" cy="1569661"/>
              </a:xfrm>
            </p:grpSpPr>
            <p:grpSp>
              <p:nvGrpSpPr>
                <p:cNvPr id="4" name="Group 3">
                  <a:extLst>
                    <a:ext uri="{FF2B5EF4-FFF2-40B4-BE49-F238E27FC236}">
                      <a16:creationId xmlns:a16="http://schemas.microsoft.com/office/drawing/2014/main" id="{10A4CFD7-B96A-4363-E6A0-A7A282CDC108}"/>
                    </a:ext>
                  </a:extLst>
                </p:cNvPr>
                <p:cNvGrpSpPr/>
                <p:nvPr/>
              </p:nvGrpSpPr>
              <p:grpSpPr>
                <a:xfrm>
                  <a:off x="289845" y="3545773"/>
                  <a:ext cx="11634274" cy="1569661"/>
                  <a:chOff x="268136" y="1249704"/>
                  <a:chExt cx="11634274" cy="1569661"/>
                </a:xfrm>
              </p:grpSpPr>
              <p:sp>
                <p:nvSpPr>
                  <p:cNvPr id="9" name="TextBox 8">
                    <a:extLst>
                      <a:ext uri="{FF2B5EF4-FFF2-40B4-BE49-F238E27FC236}">
                        <a16:creationId xmlns:a16="http://schemas.microsoft.com/office/drawing/2014/main" id="{F62D155B-BC11-DF3C-D9CC-CFDC6745376C}"/>
                      </a:ext>
                    </a:extLst>
                  </p:cNvPr>
                  <p:cNvSpPr txBox="1"/>
                  <p:nvPr/>
                </p:nvSpPr>
                <p:spPr>
                  <a:xfrm>
                    <a:off x="268136" y="1249704"/>
                    <a:ext cx="11623420" cy="369332"/>
                  </a:xfrm>
                  <a:prstGeom prst="rect">
                    <a:avLst/>
                  </a:prstGeom>
                  <a:noFill/>
                </p:spPr>
                <p:txBody>
                  <a:bodyPr wrap="square">
                    <a:spAutoFit/>
                  </a:bodyPr>
                  <a:lstStyle/>
                  <a:p>
                    <a:r>
                      <a:rPr lang="en-US" b="1" dirty="0"/>
                      <a:t>Kubernetes cluster</a:t>
                    </a:r>
                  </a:p>
                </p:txBody>
              </p:sp>
              <p:sp>
                <p:nvSpPr>
                  <p:cNvPr id="10" name="TextBox 9">
                    <a:extLst>
                      <a:ext uri="{FF2B5EF4-FFF2-40B4-BE49-F238E27FC236}">
                        <a16:creationId xmlns:a16="http://schemas.microsoft.com/office/drawing/2014/main" id="{1ED550F7-B872-897F-625A-21203363F0EA}"/>
                      </a:ext>
                    </a:extLst>
                  </p:cNvPr>
                  <p:cNvSpPr txBox="1"/>
                  <p:nvPr/>
                </p:nvSpPr>
                <p:spPr>
                  <a:xfrm>
                    <a:off x="278990" y="1619036"/>
                    <a:ext cx="11623420" cy="1200329"/>
                  </a:xfrm>
                  <a:prstGeom prst="rect">
                    <a:avLst/>
                  </a:prstGeom>
                  <a:noFill/>
                </p:spPr>
                <p:txBody>
                  <a:bodyPr wrap="square">
                    <a:spAutoFit/>
                  </a:bodyPr>
                  <a:lstStyle/>
                  <a:p>
                    <a:r>
                      <a:rPr lang="en-US" dirty="0"/>
                      <a:t>A Kubernetes cluster is a set of node machines for running containerized applications. If you’re running Kubernetes, you’re running a cluster.</a:t>
                    </a:r>
                  </a:p>
                  <a:p>
                    <a:r>
                      <a:rPr lang="en-US" dirty="0"/>
                      <a:t>Kubernetes clusters are the fundamental computing unit for both Red Hat OpenShift and Kubernetes.</a:t>
                    </a:r>
                  </a:p>
                  <a:p>
                    <a:r>
                      <a:rPr lang="en-US" dirty="0"/>
                      <a:t>Each cluster has 2 parts: A control plane and worker nodes. </a:t>
                    </a:r>
                  </a:p>
                </p:txBody>
              </p:sp>
            </p:grpSp>
            <p:pic>
              <p:nvPicPr>
                <p:cNvPr id="6" name="Picture 5">
                  <a:hlinkClick r:id="rId3"/>
                  <a:extLst>
                    <a:ext uri="{FF2B5EF4-FFF2-40B4-BE49-F238E27FC236}">
                      <a16:creationId xmlns:a16="http://schemas.microsoft.com/office/drawing/2014/main" id="{A7394936-24DA-9601-60CB-FDA8EB8BD51C}"/>
                    </a:ext>
                  </a:extLst>
                </p:cNvPr>
                <p:cNvPicPr>
                  <a:picLocks noChangeAspect="1"/>
                </p:cNvPicPr>
                <p:nvPr/>
              </p:nvPicPr>
              <p:blipFill>
                <a:blip r:embed="rId4"/>
                <a:stretch>
                  <a:fillRect/>
                </a:stretch>
              </p:blipFill>
              <p:spPr>
                <a:xfrm>
                  <a:off x="2311836" y="3571995"/>
                  <a:ext cx="316888" cy="316888"/>
                </a:xfrm>
                <a:prstGeom prst="rect">
                  <a:avLst/>
                </a:prstGeom>
              </p:spPr>
            </p:pic>
          </p:grpSp>
          <p:pic>
            <p:nvPicPr>
              <p:cNvPr id="13" name="Picture 12">
                <a:hlinkClick r:id="rId3"/>
                <a:extLst>
                  <a:ext uri="{FF2B5EF4-FFF2-40B4-BE49-F238E27FC236}">
                    <a16:creationId xmlns:a16="http://schemas.microsoft.com/office/drawing/2014/main" id="{3D30BD6B-84FC-7526-C1F4-BF2BA8E6B7CA}"/>
                  </a:ext>
                </a:extLst>
              </p:cNvPr>
              <p:cNvPicPr>
                <a:picLocks noChangeAspect="1"/>
              </p:cNvPicPr>
              <p:nvPr/>
            </p:nvPicPr>
            <p:blipFill>
              <a:blip r:embed="rId4"/>
              <a:stretch>
                <a:fillRect/>
              </a:stretch>
            </p:blipFill>
            <p:spPr>
              <a:xfrm>
                <a:off x="5932129" y="2411313"/>
                <a:ext cx="316888" cy="316888"/>
              </a:xfrm>
              <a:prstGeom prst="rect">
                <a:avLst/>
              </a:prstGeom>
            </p:spPr>
          </p:pic>
        </p:grpSp>
        <p:pic>
          <p:nvPicPr>
            <p:cNvPr id="11" name="Picture 10">
              <a:hlinkClick r:id="rId3"/>
              <a:extLst>
                <a:ext uri="{FF2B5EF4-FFF2-40B4-BE49-F238E27FC236}">
                  <a16:creationId xmlns:a16="http://schemas.microsoft.com/office/drawing/2014/main" id="{8FCEBC59-2A93-42F0-963D-08C5EB377A28}"/>
                </a:ext>
              </a:extLst>
            </p:cNvPr>
            <p:cNvPicPr>
              <a:picLocks noChangeAspect="1"/>
            </p:cNvPicPr>
            <p:nvPr/>
          </p:nvPicPr>
          <p:blipFill>
            <a:blip r:embed="rId4"/>
            <a:stretch>
              <a:fillRect/>
            </a:stretch>
          </p:blipFill>
          <p:spPr>
            <a:xfrm>
              <a:off x="9835361" y="2105926"/>
              <a:ext cx="316888" cy="316888"/>
            </a:xfrm>
            <a:prstGeom prst="rect">
              <a:avLst/>
            </a:prstGeom>
          </p:spPr>
        </p:pic>
      </p:grpSp>
      <p:grpSp>
        <p:nvGrpSpPr>
          <p:cNvPr id="27" name="Group 26">
            <a:extLst>
              <a:ext uri="{FF2B5EF4-FFF2-40B4-BE49-F238E27FC236}">
                <a16:creationId xmlns:a16="http://schemas.microsoft.com/office/drawing/2014/main" id="{C1A300DD-8E97-FBB0-9C9D-D7FA4CDC01BF}"/>
              </a:ext>
            </a:extLst>
          </p:cNvPr>
          <p:cNvGrpSpPr/>
          <p:nvPr/>
        </p:nvGrpSpPr>
        <p:grpSpPr>
          <a:xfrm>
            <a:off x="278863" y="2807181"/>
            <a:ext cx="11634274" cy="1064955"/>
            <a:chOff x="278863" y="2807181"/>
            <a:chExt cx="11634274" cy="1064955"/>
          </a:xfrm>
        </p:grpSpPr>
        <p:grpSp>
          <p:nvGrpSpPr>
            <p:cNvPr id="22" name="Group 21">
              <a:extLst>
                <a:ext uri="{FF2B5EF4-FFF2-40B4-BE49-F238E27FC236}">
                  <a16:creationId xmlns:a16="http://schemas.microsoft.com/office/drawing/2014/main" id="{E0D87F1A-C9A9-F904-C57A-38A6074268FC}"/>
                </a:ext>
              </a:extLst>
            </p:cNvPr>
            <p:cNvGrpSpPr/>
            <p:nvPr/>
          </p:nvGrpSpPr>
          <p:grpSpPr>
            <a:xfrm>
              <a:off x="278863" y="2856473"/>
              <a:ext cx="11634274" cy="1015663"/>
              <a:chOff x="268136" y="1249704"/>
              <a:chExt cx="11634274" cy="1015663"/>
            </a:xfrm>
          </p:grpSpPr>
          <p:sp>
            <p:nvSpPr>
              <p:cNvPr id="24" name="TextBox 23">
                <a:extLst>
                  <a:ext uri="{FF2B5EF4-FFF2-40B4-BE49-F238E27FC236}">
                    <a16:creationId xmlns:a16="http://schemas.microsoft.com/office/drawing/2014/main" id="{1F88D9E6-15D0-E54C-5B9E-C6A56CA57A05}"/>
                  </a:ext>
                </a:extLst>
              </p:cNvPr>
              <p:cNvSpPr txBox="1"/>
              <p:nvPr/>
            </p:nvSpPr>
            <p:spPr>
              <a:xfrm>
                <a:off x="268136" y="1249704"/>
                <a:ext cx="11623420" cy="369332"/>
              </a:xfrm>
              <a:prstGeom prst="rect">
                <a:avLst/>
              </a:prstGeom>
              <a:noFill/>
            </p:spPr>
            <p:txBody>
              <a:bodyPr wrap="square">
                <a:spAutoFit/>
              </a:bodyPr>
              <a:lstStyle/>
              <a:p>
                <a:r>
                  <a:rPr lang="en-US" b="1" dirty="0"/>
                  <a:t>Control Plan</a:t>
                </a:r>
              </a:p>
            </p:txBody>
          </p:sp>
          <p:sp>
            <p:nvSpPr>
              <p:cNvPr id="25" name="TextBox 24">
                <a:extLst>
                  <a:ext uri="{FF2B5EF4-FFF2-40B4-BE49-F238E27FC236}">
                    <a16:creationId xmlns:a16="http://schemas.microsoft.com/office/drawing/2014/main" id="{14934D55-B980-B4BD-B34F-1A22960497DE}"/>
                  </a:ext>
                </a:extLst>
              </p:cNvPr>
              <p:cNvSpPr txBox="1"/>
              <p:nvPr/>
            </p:nvSpPr>
            <p:spPr>
              <a:xfrm>
                <a:off x="278990" y="1619036"/>
                <a:ext cx="11623420" cy="646331"/>
              </a:xfrm>
              <a:prstGeom prst="rect">
                <a:avLst/>
              </a:prstGeom>
              <a:noFill/>
            </p:spPr>
            <p:txBody>
              <a:bodyPr wrap="square">
                <a:spAutoFit/>
              </a:bodyPr>
              <a:lstStyle/>
              <a:p>
                <a:r>
                  <a:rPr lang="en-US" dirty="0"/>
                  <a:t>The control plane is the brains of the Kubernetes operation. It is responsible for deploying containers to </a:t>
                </a:r>
                <a:r>
                  <a:rPr lang="en-US" b="1" dirty="0"/>
                  <a:t>worker nodes </a:t>
                </a:r>
                <a:r>
                  <a:rPr lang="en-US" dirty="0"/>
                  <a:t>using </a:t>
                </a:r>
                <a:r>
                  <a:rPr lang="en-US" b="1" dirty="0"/>
                  <a:t>pods</a:t>
                </a:r>
                <a:r>
                  <a:rPr lang="en-US" dirty="0"/>
                  <a:t>, monitoring the health of nodes and pods, and addressing any failures.</a:t>
                </a:r>
              </a:p>
            </p:txBody>
          </p:sp>
        </p:grpSp>
        <p:pic>
          <p:nvPicPr>
            <p:cNvPr id="26" name="Picture 22" descr="Kong Icon Vector SVG Icon - SVG Repo">
              <a:hlinkClick r:id="rId5"/>
              <a:extLst>
                <a:ext uri="{FF2B5EF4-FFF2-40B4-BE49-F238E27FC236}">
                  <a16:creationId xmlns:a16="http://schemas.microsoft.com/office/drawing/2014/main" id="{06F61C0F-DDA1-FA47-6B19-0BC848F446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9273" y="2807181"/>
              <a:ext cx="380419" cy="3804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27">
            <a:extLst>
              <a:ext uri="{FF2B5EF4-FFF2-40B4-BE49-F238E27FC236}">
                <a16:creationId xmlns:a16="http://schemas.microsoft.com/office/drawing/2014/main" id="{F72502EC-B0A3-0BA4-3D40-80531ABF253C}"/>
              </a:ext>
            </a:extLst>
          </p:cNvPr>
          <p:cNvGrpSpPr/>
          <p:nvPr/>
        </p:nvGrpSpPr>
        <p:grpSpPr>
          <a:xfrm>
            <a:off x="268009" y="3942948"/>
            <a:ext cx="11634274" cy="1064955"/>
            <a:chOff x="278863" y="2807181"/>
            <a:chExt cx="11634274" cy="1064955"/>
          </a:xfrm>
        </p:grpSpPr>
        <p:grpSp>
          <p:nvGrpSpPr>
            <p:cNvPr id="29" name="Group 28">
              <a:extLst>
                <a:ext uri="{FF2B5EF4-FFF2-40B4-BE49-F238E27FC236}">
                  <a16:creationId xmlns:a16="http://schemas.microsoft.com/office/drawing/2014/main" id="{DFCA54BD-E264-771F-C9ED-5B76E26F877F}"/>
                </a:ext>
              </a:extLst>
            </p:cNvPr>
            <p:cNvGrpSpPr/>
            <p:nvPr/>
          </p:nvGrpSpPr>
          <p:grpSpPr>
            <a:xfrm>
              <a:off x="278863" y="2856473"/>
              <a:ext cx="11634274" cy="1015663"/>
              <a:chOff x="268136" y="1249704"/>
              <a:chExt cx="11634274" cy="1015663"/>
            </a:xfrm>
          </p:grpSpPr>
          <p:sp>
            <p:nvSpPr>
              <p:cNvPr id="31" name="TextBox 30">
                <a:extLst>
                  <a:ext uri="{FF2B5EF4-FFF2-40B4-BE49-F238E27FC236}">
                    <a16:creationId xmlns:a16="http://schemas.microsoft.com/office/drawing/2014/main" id="{CE637208-B1CB-34A6-8FEC-27275BAF100F}"/>
                  </a:ext>
                </a:extLst>
              </p:cNvPr>
              <p:cNvSpPr txBox="1"/>
              <p:nvPr/>
            </p:nvSpPr>
            <p:spPr>
              <a:xfrm>
                <a:off x="268136" y="1249704"/>
                <a:ext cx="11623420" cy="369332"/>
              </a:xfrm>
              <a:prstGeom prst="rect">
                <a:avLst/>
              </a:prstGeom>
              <a:noFill/>
            </p:spPr>
            <p:txBody>
              <a:bodyPr wrap="square">
                <a:spAutoFit/>
              </a:bodyPr>
              <a:lstStyle/>
              <a:p>
                <a:r>
                  <a:rPr lang="en-US" b="1" dirty="0"/>
                  <a:t>Worker node</a:t>
                </a:r>
              </a:p>
            </p:txBody>
          </p:sp>
          <p:sp>
            <p:nvSpPr>
              <p:cNvPr id="32" name="TextBox 31">
                <a:extLst>
                  <a:ext uri="{FF2B5EF4-FFF2-40B4-BE49-F238E27FC236}">
                    <a16:creationId xmlns:a16="http://schemas.microsoft.com/office/drawing/2014/main" id="{4E6D6303-0EE2-4977-5C9D-01D4E243E2E0}"/>
                  </a:ext>
                </a:extLst>
              </p:cNvPr>
              <p:cNvSpPr txBox="1"/>
              <p:nvPr/>
            </p:nvSpPr>
            <p:spPr>
              <a:xfrm>
                <a:off x="278990" y="1619036"/>
                <a:ext cx="11623420" cy="646331"/>
              </a:xfrm>
              <a:prstGeom prst="rect">
                <a:avLst/>
              </a:prstGeom>
              <a:noFill/>
            </p:spPr>
            <p:txBody>
              <a:bodyPr wrap="square">
                <a:spAutoFit/>
              </a:bodyPr>
              <a:lstStyle/>
              <a:p>
                <a:r>
                  <a:rPr lang="en-US" dirty="0"/>
                  <a:t>A worker node is a physical or virtual machine running either Linux or Windows. This is where your containerized software runs.</a:t>
                </a:r>
              </a:p>
            </p:txBody>
          </p:sp>
        </p:grpSp>
        <p:pic>
          <p:nvPicPr>
            <p:cNvPr id="30" name="Picture 22" descr="Kong Icon Vector SVG Icon - SVG Repo">
              <a:hlinkClick r:id="rId5"/>
              <a:extLst>
                <a:ext uri="{FF2B5EF4-FFF2-40B4-BE49-F238E27FC236}">
                  <a16:creationId xmlns:a16="http://schemas.microsoft.com/office/drawing/2014/main" id="{D3EB85D3-930D-9278-090A-F3FA2E91FF6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9273" y="2807181"/>
              <a:ext cx="380419" cy="3804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4" name="Group 33">
            <a:extLst>
              <a:ext uri="{FF2B5EF4-FFF2-40B4-BE49-F238E27FC236}">
                <a16:creationId xmlns:a16="http://schemas.microsoft.com/office/drawing/2014/main" id="{A470F5FA-8E23-7E6A-65BA-3268C9FC0C1A}"/>
              </a:ext>
            </a:extLst>
          </p:cNvPr>
          <p:cNvGrpSpPr/>
          <p:nvPr/>
        </p:nvGrpSpPr>
        <p:grpSpPr>
          <a:xfrm>
            <a:off x="294005" y="5057195"/>
            <a:ext cx="11634274" cy="1292662"/>
            <a:chOff x="278863" y="2856473"/>
            <a:chExt cx="11634274" cy="1292662"/>
          </a:xfrm>
        </p:grpSpPr>
        <p:grpSp>
          <p:nvGrpSpPr>
            <p:cNvPr id="35" name="Group 34">
              <a:extLst>
                <a:ext uri="{FF2B5EF4-FFF2-40B4-BE49-F238E27FC236}">
                  <a16:creationId xmlns:a16="http://schemas.microsoft.com/office/drawing/2014/main" id="{727F7250-10A3-370C-D827-167B646D8B05}"/>
                </a:ext>
              </a:extLst>
            </p:cNvPr>
            <p:cNvGrpSpPr/>
            <p:nvPr/>
          </p:nvGrpSpPr>
          <p:grpSpPr>
            <a:xfrm>
              <a:off x="278863" y="2856473"/>
              <a:ext cx="11634274" cy="1292662"/>
              <a:chOff x="268136" y="1249704"/>
              <a:chExt cx="11634274" cy="1292662"/>
            </a:xfrm>
          </p:grpSpPr>
          <p:sp>
            <p:nvSpPr>
              <p:cNvPr id="37" name="TextBox 36">
                <a:extLst>
                  <a:ext uri="{FF2B5EF4-FFF2-40B4-BE49-F238E27FC236}">
                    <a16:creationId xmlns:a16="http://schemas.microsoft.com/office/drawing/2014/main" id="{7624CF4B-61D2-DE0B-A3E9-7B6924879BC6}"/>
                  </a:ext>
                </a:extLst>
              </p:cNvPr>
              <p:cNvSpPr txBox="1"/>
              <p:nvPr/>
            </p:nvSpPr>
            <p:spPr>
              <a:xfrm>
                <a:off x="268136" y="1249704"/>
                <a:ext cx="11623420" cy="369332"/>
              </a:xfrm>
              <a:prstGeom prst="rect">
                <a:avLst/>
              </a:prstGeom>
              <a:noFill/>
            </p:spPr>
            <p:txBody>
              <a:bodyPr wrap="square">
                <a:spAutoFit/>
              </a:bodyPr>
              <a:lstStyle/>
              <a:p>
                <a:r>
                  <a:rPr lang="en-US" b="1" dirty="0"/>
                  <a:t>Pod</a:t>
                </a:r>
              </a:p>
            </p:txBody>
          </p:sp>
          <p:sp>
            <p:nvSpPr>
              <p:cNvPr id="38" name="TextBox 37">
                <a:extLst>
                  <a:ext uri="{FF2B5EF4-FFF2-40B4-BE49-F238E27FC236}">
                    <a16:creationId xmlns:a16="http://schemas.microsoft.com/office/drawing/2014/main" id="{78016723-5F1A-C1A1-DF7A-776393119954}"/>
                  </a:ext>
                </a:extLst>
              </p:cNvPr>
              <p:cNvSpPr txBox="1"/>
              <p:nvPr/>
            </p:nvSpPr>
            <p:spPr>
              <a:xfrm>
                <a:off x="278990" y="1619036"/>
                <a:ext cx="11623420" cy="923330"/>
              </a:xfrm>
              <a:prstGeom prst="rect">
                <a:avLst/>
              </a:prstGeom>
              <a:noFill/>
            </p:spPr>
            <p:txBody>
              <a:bodyPr wrap="square">
                <a:spAutoFit/>
              </a:bodyPr>
              <a:lstStyle/>
              <a:p>
                <a:r>
                  <a:rPr lang="en-US" dirty="0"/>
                  <a:t>A Pod is a group of one or more application containers (such as Docker) and includes shared storage (volumes), IP address and information about how to run them.</a:t>
                </a:r>
              </a:p>
              <a:p>
                <a:r>
                  <a:rPr lang="en-US" dirty="0"/>
                  <a:t>A pod usually only holds one container (although they can hold multiple if they are tightly coupled)</a:t>
                </a:r>
              </a:p>
            </p:txBody>
          </p:sp>
        </p:grpSp>
        <p:pic>
          <p:nvPicPr>
            <p:cNvPr id="36" name="Picture 22" descr="Kong Icon Vector SVG Icon - SVG Repo">
              <a:hlinkClick r:id="rId5"/>
              <a:extLst>
                <a:ext uri="{FF2B5EF4-FFF2-40B4-BE49-F238E27FC236}">
                  <a16:creationId xmlns:a16="http://schemas.microsoft.com/office/drawing/2014/main" id="{C8E4D424-44ED-7B20-F129-08152E7962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56688" y="3715241"/>
              <a:ext cx="380419" cy="380419"/>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pslz="http://schemas.microsoft.com/office/powerpoint/2016/slidezoom" Requires="pslz">
          <p:graphicFrame>
            <p:nvGraphicFramePr>
              <p:cNvPr id="48" name="Slide Zoom 47">
                <a:extLst>
                  <a:ext uri="{FF2B5EF4-FFF2-40B4-BE49-F238E27FC236}">
                    <a16:creationId xmlns:a16="http://schemas.microsoft.com/office/drawing/2014/main" id="{AB733F07-556E-794F-F5A8-441AA5163D20}"/>
                  </a:ext>
                </a:extLst>
              </p:cNvPr>
              <p:cNvGraphicFramePr>
                <a:graphicFrameLocks noChangeAspect="1"/>
              </p:cNvGraphicFramePr>
              <p:nvPr>
                <p:extLst>
                  <p:ext uri="{D42A27DB-BD31-4B8C-83A1-F6EECF244321}">
                    <p14:modId xmlns:p14="http://schemas.microsoft.com/office/powerpoint/2010/main" val="3344832722"/>
                  </p:ext>
                </p:extLst>
              </p:nvPr>
            </p:nvGraphicFramePr>
            <p:xfrm>
              <a:off x="10325650" y="6026365"/>
              <a:ext cx="476409" cy="267980"/>
            </p:xfrm>
            <a:graphic>
              <a:graphicData uri="http://schemas.microsoft.com/office/powerpoint/2016/slidezoom">
                <pslz:sldZm>
                  <pslz:sldZmObj sldId="2147473960" cId="2625227807">
                    <pslz:zmPr id="{CB4CB07D-929D-413A-B39A-7FA82BBA93CB}" returnToParent="0" transitionDur="1000">
                      <p166:blipFill xmlns:p166="http://schemas.microsoft.com/office/powerpoint/2016/6/main">
                        <a:blip r:embed="rId7"/>
                        <a:stretch>
                          <a:fillRect/>
                        </a:stretch>
                      </p166:blipFill>
                      <p166:spPr xmlns:p166="http://schemas.microsoft.com/office/powerpoint/2016/6/main">
                        <a:xfrm>
                          <a:off x="0" y="0"/>
                          <a:ext cx="476409" cy="267980"/>
                        </a:xfrm>
                        <a:prstGeom prst="rect">
                          <a:avLst/>
                        </a:prstGeom>
                      </p166:spPr>
                    </pslz:zmPr>
                  </pslz:sldZmObj>
                </pslz:sldZm>
              </a:graphicData>
            </a:graphic>
          </p:graphicFrame>
        </mc:Choice>
        <mc:Fallback>
          <p:pic>
            <p:nvPicPr>
              <p:cNvPr id="48" name="Slide Zoom 47">
                <a:hlinkClick r:id="rId8" action="ppaction://hlinksldjump"/>
                <a:extLst>
                  <a:ext uri="{FF2B5EF4-FFF2-40B4-BE49-F238E27FC236}">
                    <a16:creationId xmlns:a16="http://schemas.microsoft.com/office/drawing/2014/main" id="{AB733F07-556E-794F-F5A8-441AA5163D20}"/>
                  </a:ext>
                </a:extLst>
              </p:cNvPr>
              <p:cNvPicPr>
                <a:picLocks noGrp="1" noRot="1" noChangeAspect="1" noMove="1" noResize="1" noEditPoints="1" noAdjustHandles="1" noChangeArrowheads="1" noChangeShapeType="1"/>
              </p:cNvPicPr>
              <p:nvPr/>
            </p:nvPicPr>
            <p:blipFill>
              <a:blip r:embed="rId7"/>
              <a:stretch>
                <a:fillRect/>
              </a:stretch>
            </p:blipFill>
            <p:spPr>
              <a:xfrm>
                <a:off x="10325650" y="6026365"/>
                <a:ext cx="476409" cy="267980"/>
              </a:xfrm>
              <a:prstGeom prst="rect">
                <a:avLst/>
              </a:prstGeom>
            </p:spPr>
          </p:pic>
        </mc:Fallback>
      </mc:AlternateContent>
      <mc:AlternateContent xmlns:mc="http://schemas.openxmlformats.org/markup-compatibility/2006">
        <mc:Choice xmlns:pslz="http://schemas.microsoft.com/office/powerpoint/2016/slidezoom" Requires="pslz">
          <p:graphicFrame>
            <p:nvGraphicFramePr>
              <p:cNvPr id="50" name="Slide Zoom 49">
                <a:extLst>
                  <a:ext uri="{FF2B5EF4-FFF2-40B4-BE49-F238E27FC236}">
                    <a16:creationId xmlns:a16="http://schemas.microsoft.com/office/drawing/2014/main" id="{327896E2-FA12-2A47-E278-211EEA60FFCD}"/>
                  </a:ext>
                </a:extLst>
              </p:cNvPr>
              <p:cNvGraphicFramePr>
                <a:graphicFrameLocks noChangeAspect="1"/>
              </p:cNvGraphicFramePr>
              <p:nvPr>
                <p:extLst>
                  <p:ext uri="{D42A27DB-BD31-4B8C-83A1-F6EECF244321}">
                    <p14:modId xmlns:p14="http://schemas.microsoft.com/office/powerpoint/2010/main" val="2620141888"/>
                  </p:ext>
                </p:extLst>
              </p:nvPr>
            </p:nvGraphicFramePr>
            <p:xfrm>
              <a:off x="2821259" y="1232781"/>
              <a:ext cx="563358" cy="316889"/>
            </p:xfrm>
            <a:graphic>
              <a:graphicData uri="http://schemas.microsoft.com/office/powerpoint/2016/slidezoom">
                <pslz:sldZm>
                  <pslz:sldZmObj sldId="2147473961" cId="2258855898">
                    <pslz:zmPr id="{9C5DF6B1-F03E-4271-8D9F-97C38102359B}" returnToParent="0" transitionDur="1000">
                      <p166:blipFill xmlns:p166="http://schemas.microsoft.com/office/powerpoint/2016/6/main">
                        <a:blip r:embed="rId9"/>
                        <a:stretch>
                          <a:fillRect/>
                        </a:stretch>
                      </p166:blipFill>
                      <p166:spPr xmlns:p166="http://schemas.microsoft.com/office/powerpoint/2016/6/main">
                        <a:xfrm>
                          <a:off x="0" y="0"/>
                          <a:ext cx="563358" cy="316889"/>
                        </a:xfrm>
                        <a:prstGeom prst="rect">
                          <a:avLst/>
                        </a:prstGeom>
                      </p166:spPr>
                    </pslz:zmPr>
                  </pslz:sldZmObj>
                </pslz:sldZm>
              </a:graphicData>
            </a:graphic>
          </p:graphicFrame>
        </mc:Choice>
        <mc:Fallback>
          <p:pic>
            <p:nvPicPr>
              <p:cNvPr id="50" name="Slide Zoom 49">
                <a:hlinkClick r:id="rId10" action="ppaction://hlinksldjump"/>
                <a:extLst>
                  <a:ext uri="{FF2B5EF4-FFF2-40B4-BE49-F238E27FC236}">
                    <a16:creationId xmlns:a16="http://schemas.microsoft.com/office/drawing/2014/main" id="{327896E2-FA12-2A47-E278-211EEA60FFCD}"/>
                  </a:ext>
                </a:extLst>
              </p:cNvPr>
              <p:cNvPicPr>
                <a:picLocks noGrp="1" noRot="1" noChangeAspect="1" noMove="1" noResize="1" noEditPoints="1" noAdjustHandles="1" noChangeArrowheads="1" noChangeShapeType="1"/>
              </p:cNvPicPr>
              <p:nvPr/>
            </p:nvPicPr>
            <p:blipFill>
              <a:blip r:embed="rId9"/>
              <a:stretch>
                <a:fillRect/>
              </a:stretch>
            </p:blipFill>
            <p:spPr>
              <a:xfrm>
                <a:off x="2821259" y="1232781"/>
                <a:ext cx="563358" cy="316889"/>
              </a:xfrm>
              <a:prstGeom prst="rect">
                <a:avLst/>
              </a:prstGeom>
            </p:spPr>
          </p:pic>
        </mc:Fallback>
      </mc:AlternateContent>
    </p:spTree>
    <p:extLst>
      <p:ext uri="{BB962C8B-B14F-4D97-AF65-F5344CB8AC3E}">
        <p14:creationId xmlns:p14="http://schemas.microsoft.com/office/powerpoint/2010/main" val="25671012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C867-BCC8-31EA-5471-1EA4C5A189CC}"/>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06DFD6D-021A-FD87-D596-4D77A2E94D0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9C2D34F-991D-8036-8FFB-F09F56A66F9C}"/>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00A2EE6-8364-63E4-AB12-B003E78D18D7}"/>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grpSp>
        <p:nvGrpSpPr>
          <p:cNvPr id="13" name="Group 12">
            <a:extLst>
              <a:ext uri="{FF2B5EF4-FFF2-40B4-BE49-F238E27FC236}">
                <a16:creationId xmlns:a16="http://schemas.microsoft.com/office/drawing/2014/main" id="{FBC040D3-44C4-0368-7068-6B4D8B31241C}"/>
              </a:ext>
            </a:extLst>
          </p:cNvPr>
          <p:cNvGrpSpPr/>
          <p:nvPr/>
        </p:nvGrpSpPr>
        <p:grpSpPr>
          <a:xfrm>
            <a:off x="278863" y="1483215"/>
            <a:ext cx="11634274" cy="1015663"/>
            <a:chOff x="268009" y="3992240"/>
            <a:chExt cx="11634274" cy="1015663"/>
          </a:xfrm>
        </p:grpSpPr>
        <p:grpSp>
          <p:nvGrpSpPr>
            <p:cNvPr id="7" name="Group 6">
              <a:extLst>
                <a:ext uri="{FF2B5EF4-FFF2-40B4-BE49-F238E27FC236}">
                  <a16:creationId xmlns:a16="http://schemas.microsoft.com/office/drawing/2014/main" id="{0006B656-9425-D0AD-7295-B5340BC789B1}"/>
                </a:ext>
              </a:extLst>
            </p:cNvPr>
            <p:cNvGrpSpPr/>
            <p:nvPr/>
          </p:nvGrpSpPr>
          <p:grpSpPr>
            <a:xfrm>
              <a:off x="268009" y="3992240"/>
              <a:ext cx="11634274" cy="1015663"/>
              <a:chOff x="268136" y="1249704"/>
              <a:chExt cx="11634274" cy="1015663"/>
            </a:xfrm>
          </p:grpSpPr>
          <p:sp>
            <p:nvSpPr>
              <p:cNvPr id="10" name="TextBox 9">
                <a:extLst>
                  <a:ext uri="{FF2B5EF4-FFF2-40B4-BE49-F238E27FC236}">
                    <a16:creationId xmlns:a16="http://schemas.microsoft.com/office/drawing/2014/main" id="{5427AF9E-4CA2-9A38-0E50-A41E5A99F01E}"/>
                  </a:ext>
                </a:extLst>
              </p:cNvPr>
              <p:cNvSpPr txBox="1"/>
              <p:nvPr/>
            </p:nvSpPr>
            <p:spPr>
              <a:xfrm>
                <a:off x="268136" y="1249704"/>
                <a:ext cx="11623420" cy="369332"/>
              </a:xfrm>
              <a:prstGeom prst="rect">
                <a:avLst/>
              </a:prstGeom>
              <a:noFill/>
            </p:spPr>
            <p:txBody>
              <a:bodyPr wrap="square">
                <a:spAutoFit/>
              </a:bodyPr>
              <a:lstStyle/>
              <a:p>
                <a:r>
                  <a:rPr lang="en-US" b="1" dirty="0"/>
                  <a:t>Ansible</a:t>
                </a:r>
              </a:p>
            </p:txBody>
          </p:sp>
          <p:sp>
            <p:nvSpPr>
              <p:cNvPr id="11" name="TextBox 10">
                <a:extLst>
                  <a:ext uri="{FF2B5EF4-FFF2-40B4-BE49-F238E27FC236}">
                    <a16:creationId xmlns:a16="http://schemas.microsoft.com/office/drawing/2014/main" id="{B228B557-E144-C587-EBBC-277B7F9BD9D4}"/>
                  </a:ext>
                </a:extLst>
              </p:cNvPr>
              <p:cNvSpPr txBox="1"/>
              <p:nvPr/>
            </p:nvSpPr>
            <p:spPr>
              <a:xfrm>
                <a:off x="278990" y="1619036"/>
                <a:ext cx="11623420" cy="646331"/>
              </a:xfrm>
              <a:prstGeom prst="rect">
                <a:avLst/>
              </a:prstGeom>
              <a:noFill/>
            </p:spPr>
            <p:txBody>
              <a:bodyPr wrap="square">
                <a:spAutoFit/>
              </a:bodyPr>
              <a:lstStyle/>
              <a:p>
                <a:r>
                  <a:rPr lang="en-US" dirty="0"/>
                  <a:t>Ansible is an open source IT automation engine that </a:t>
                </a:r>
                <a:r>
                  <a:rPr lang="en-US" b="1" dirty="0"/>
                  <a:t>automates</a:t>
                </a:r>
                <a:r>
                  <a:rPr lang="en-US" dirty="0"/>
                  <a:t> provisioning, configuration management, </a:t>
                </a:r>
                <a:r>
                  <a:rPr lang="en-US" b="1" dirty="0"/>
                  <a:t>application deployment</a:t>
                </a:r>
                <a:r>
                  <a:rPr lang="en-US" dirty="0"/>
                  <a:t>, orchestration, and many other IT processes.</a:t>
                </a:r>
              </a:p>
            </p:txBody>
          </p:sp>
        </p:grpSp>
        <p:pic>
          <p:nvPicPr>
            <p:cNvPr id="12" name="Picture 11">
              <a:hlinkClick r:id="rId3"/>
              <a:extLst>
                <a:ext uri="{FF2B5EF4-FFF2-40B4-BE49-F238E27FC236}">
                  <a16:creationId xmlns:a16="http://schemas.microsoft.com/office/drawing/2014/main" id="{A29D43F6-22EB-5F63-652D-1A4948974E04}"/>
                </a:ext>
              </a:extLst>
            </p:cNvPr>
            <p:cNvPicPr>
              <a:picLocks noChangeAspect="1"/>
            </p:cNvPicPr>
            <p:nvPr/>
          </p:nvPicPr>
          <p:blipFill>
            <a:blip r:embed="rId4"/>
            <a:stretch>
              <a:fillRect/>
            </a:stretch>
          </p:blipFill>
          <p:spPr>
            <a:xfrm>
              <a:off x="1192860" y="4018462"/>
              <a:ext cx="316888" cy="316888"/>
            </a:xfrm>
            <a:prstGeom prst="rect">
              <a:avLst/>
            </a:prstGeom>
          </p:spPr>
        </p:pic>
      </p:grpSp>
    </p:spTree>
    <p:extLst>
      <p:ext uri="{BB962C8B-B14F-4D97-AF65-F5344CB8AC3E}">
        <p14:creationId xmlns:p14="http://schemas.microsoft.com/office/powerpoint/2010/main" val="3469055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5218C-4AC7-A9EC-09E1-69EC8A76C8A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7E807A27-1AAD-394C-2634-B6904B5CFE00}"/>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2A4485ED-F4B3-8CC0-1E1D-4778A29C2102}"/>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05DAB02-FD94-9389-BE49-50B1D625D58F}"/>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Terminology</a:t>
            </a:r>
          </a:p>
        </p:txBody>
      </p:sp>
      <p:sp>
        <p:nvSpPr>
          <p:cNvPr id="2" name="Rectangle 1">
            <a:extLst>
              <a:ext uri="{FF2B5EF4-FFF2-40B4-BE49-F238E27FC236}">
                <a16:creationId xmlns:a16="http://schemas.microsoft.com/office/drawing/2014/main" id="{0D6B5730-AEE8-FEC2-B012-93189C589D62}"/>
              </a:ext>
            </a:extLst>
          </p:cNvPr>
          <p:cNvSpPr/>
          <p:nvPr/>
        </p:nvSpPr>
        <p:spPr>
          <a:xfrm>
            <a:off x="646771" y="1460810"/>
            <a:ext cx="1628078" cy="196819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A14FA6D-0640-FAFB-BC1B-DE6B642D6FA0}"/>
              </a:ext>
            </a:extLst>
          </p:cNvPr>
          <p:cNvSpPr/>
          <p:nvPr/>
        </p:nvSpPr>
        <p:spPr>
          <a:xfrm>
            <a:off x="646771" y="1241851"/>
            <a:ext cx="1029629" cy="2189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Applicat</a:t>
            </a:r>
            <a:endParaRPr lang="en-US" dirty="0">
              <a:solidFill>
                <a:schemeClr val="tx1"/>
              </a:solidFill>
            </a:endParaRPr>
          </a:p>
        </p:txBody>
      </p:sp>
    </p:spTree>
    <p:extLst>
      <p:ext uri="{BB962C8B-B14F-4D97-AF65-F5344CB8AC3E}">
        <p14:creationId xmlns:p14="http://schemas.microsoft.com/office/powerpoint/2010/main" val="645178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05EAB-30A9-E836-B4D9-36E1BF26756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FC627B8-BE6A-7C3D-1156-9485719B6CF2}"/>
              </a:ext>
            </a:extLst>
          </p:cNvPr>
          <p:cNvSpPr>
            <a:spLocks noGrp="1"/>
          </p:cNvSpPr>
          <p:nvPr>
            <p:ph type="body" sz="quarter" idx="28"/>
          </p:nvPr>
        </p:nvSpPr>
        <p:spPr>
          <a:xfrm>
            <a:off x="1404620" y="2586269"/>
            <a:ext cx="9382760" cy="1685461"/>
          </a:xfrm>
        </p:spPr>
        <p:txBody>
          <a:bodyPr/>
          <a:lstStyle/>
          <a:p>
            <a:r>
              <a:rPr lang="en-US" sz="6000" dirty="0"/>
              <a:t>Identify application components</a:t>
            </a:r>
          </a:p>
        </p:txBody>
      </p:sp>
    </p:spTree>
    <p:extLst>
      <p:ext uri="{BB962C8B-B14F-4D97-AF65-F5344CB8AC3E}">
        <p14:creationId xmlns:p14="http://schemas.microsoft.com/office/powerpoint/2010/main" val="3844936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DEFB8-7C29-8451-EE94-38E1BE9CC429}"/>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E817112-3165-1F67-D4F6-E5A4042C19B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8F8298C8-5299-1763-B7DB-FA5BD50D4795}"/>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FCCF3EB-8B34-C6AF-7F57-40F2B2F8335D}"/>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Identify application components</a:t>
            </a:r>
            <a:endParaRPr lang="en-US" sz="4000" dirty="0">
              <a:solidFill>
                <a:prstClr val="black"/>
              </a:solidFill>
              <a:latin typeface="Calibri" panose="020F0502020204030204"/>
            </a:endParaRPr>
          </a:p>
        </p:txBody>
      </p:sp>
      <p:pic>
        <p:nvPicPr>
          <p:cNvPr id="9" name="Picture 8">
            <a:extLst>
              <a:ext uri="{FF2B5EF4-FFF2-40B4-BE49-F238E27FC236}">
                <a16:creationId xmlns:a16="http://schemas.microsoft.com/office/drawing/2014/main" id="{094752D2-CC0B-FD1D-D68E-26395DE35FEF}"/>
              </a:ext>
            </a:extLst>
          </p:cNvPr>
          <p:cNvPicPr>
            <a:picLocks noChangeAspect="1"/>
          </p:cNvPicPr>
          <p:nvPr/>
        </p:nvPicPr>
        <p:blipFill>
          <a:blip r:embed="rId3"/>
          <a:stretch>
            <a:fillRect/>
          </a:stretch>
        </p:blipFill>
        <p:spPr>
          <a:xfrm>
            <a:off x="1433660" y="1128177"/>
            <a:ext cx="9982200" cy="5314378"/>
          </a:xfrm>
          <a:prstGeom prst="rect">
            <a:avLst/>
          </a:prstGeom>
        </p:spPr>
      </p:pic>
    </p:spTree>
    <p:extLst>
      <p:ext uri="{BB962C8B-B14F-4D97-AF65-F5344CB8AC3E}">
        <p14:creationId xmlns:p14="http://schemas.microsoft.com/office/powerpoint/2010/main" val="3232116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0A230-6F35-A79F-AFB9-F207EB47BE4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165D5B3-B906-9103-2C3C-E6660B952213}"/>
              </a:ext>
            </a:extLst>
          </p:cNvPr>
          <p:cNvSpPr>
            <a:spLocks noGrp="1"/>
          </p:cNvSpPr>
          <p:nvPr>
            <p:ph type="body" sz="quarter" idx="28"/>
          </p:nvPr>
        </p:nvSpPr>
        <p:spPr>
          <a:xfrm>
            <a:off x="1404620" y="2586269"/>
            <a:ext cx="9382760" cy="1685461"/>
          </a:xfrm>
        </p:spPr>
        <p:txBody>
          <a:bodyPr/>
          <a:lstStyle/>
          <a:p>
            <a:r>
              <a:rPr lang="en-US" sz="6000" dirty="0"/>
              <a:t>Provide System Architecture</a:t>
            </a:r>
          </a:p>
        </p:txBody>
      </p:sp>
    </p:spTree>
    <p:extLst>
      <p:ext uri="{BB962C8B-B14F-4D97-AF65-F5344CB8AC3E}">
        <p14:creationId xmlns:p14="http://schemas.microsoft.com/office/powerpoint/2010/main" val="2482673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9C6F2-82B4-7541-FAD3-D769B78A49F5}"/>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ABBB9F9A-5708-1979-B335-EAB3F0E9264F}"/>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AA3A5383-FD37-FFB4-B2A4-7B4F1126B96F}"/>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14487621-9D3A-35E8-100C-7C24587F51BF}"/>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Integration Architecture Design</a:t>
            </a:r>
            <a:endParaRPr lang="en-US" sz="4000" dirty="0">
              <a:solidFill>
                <a:prstClr val="black"/>
              </a:solidFill>
              <a:latin typeface="Calibri" panose="020F0502020204030204"/>
            </a:endParaRPr>
          </a:p>
        </p:txBody>
      </p:sp>
      <p:pic>
        <p:nvPicPr>
          <p:cNvPr id="6" name="Picture 5">
            <a:extLst>
              <a:ext uri="{FF2B5EF4-FFF2-40B4-BE49-F238E27FC236}">
                <a16:creationId xmlns:a16="http://schemas.microsoft.com/office/drawing/2014/main" id="{A91AC7E2-42D1-DE4E-580E-9ACB054FCCA3}"/>
              </a:ext>
            </a:extLst>
          </p:cNvPr>
          <p:cNvPicPr>
            <a:picLocks noChangeAspect="1"/>
          </p:cNvPicPr>
          <p:nvPr/>
        </p:nvPicPr>
        <p:blipFill>
          <a:blip r:embed="rId3">
            <a:extLst>
              <a:ext uri="{28A0092B-C50C-407E-A947-70E740481C1C}">
                <a14:useLocalDpi xmlns:a14="http://schemas.microsoft.com/office/drawing/2010/main" val="0"/>
              </a:ext>
            </a:extLst>
          </a:blip>
          <a:srcRect t="5555" b="6191"/>
          <a:stretch>
            <a:fillRect/>
          </a:stretch>
        </p:blipFill>
        <p:spPr>
          <a:xfrm>
            <a:off x="1317305" y="1207322"/>
            <a:ext cx="9557390" cy="5119615"/>
          </a:xfrm>
          <a:prstGeom prst="rect">
            <a:avLst/>
          </a:prstGeom>
        </p:spPr>
      </p:pic>
    </p:spTree>
    <p:extLst>
      <p:ext uri="{BB962C8B-B14F-4D97-AF65-F5344CB8AC3E}">
        <p14:creationId xmlns:p14="http://schemas.microsoft.com/office/powerpoint/2010/main" val="681170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D7E41-95D8-8B31-8A7B-33DF71340E8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05A6627-3AF9-8650-D39D-ED68CB8DC23C}"/>
              </a:ext>
            </a:extLst>
          </p:cNvPr>
          <p:cNvSpPr>
            <a:spLocks noGrp="1"/>
          </p:cNvSpPr>
          <p:nvPr>
            <p:ph type="body" sz="quarter" idx="28"/>
          </p:nvPr>
        </p:nvSpPr>
        <p:spPr>
          <a:xfrm>
            <a:off x="1404620" y="2586269"/>
            <a:ext cx="9382760" cy="1685461"/>
          </a:xfrm>
        </p:spPr>
        <p:txBody>
          <a:bodyPr/>
          <a:lstStyle/>
          <a:p>
            <a:r>
              <a:rPr lang="en-US" sz="6000" dirty="0"/>
              <a:t>Provide Build Steps</a:t>
            </a:r>
          </a:p>
        </p:txBody>
      </p:sp>
    </p:spTree>
    <p:extLst>
      <p:ext uri="{BB962C8B-B14F-4D97-AF65-F5344CB8AC3E}">
        <p14:creationId xmlns:p14="http://schemas.microsoft.com/office/powerpoint/2010/main" val="1476238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01E4-F193-2D05-CE4A-33CB97D604BF}"/>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52A1F06-AA15-A3EA-FC5E-3406648782C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A0E566F-0566-6199-F847-67388C7C561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781727B2-6F5E-2386-5401-AE2165120B97}"/>
              </a:ext>
            </a:extLst>
          </p:cNvPr>
          <p:cNvSpPr txBox="1"/>
          <p:nvPr/>
        </p:nvSpPr>
        <p:spPr>
          <a:xfrm>
            <a:off x="2168433" y="300122"/>
            <a:ext cx="8456023" cy="707886"/>
          </a:xfrm>
          <a:prstGeom prst="rect">
            <a:avLst/>
          </a:prstGeom>
          <a:noFill/>
        </p:spPr>
        <p:txBody>
          <a:bodyPr wrap="square">
            <a:spAutoFit/>
          </a:bodyPr>
          <a:lstStyle/>
          <a:p>
            <a:r>
              <a:rPr lang="en-US" sz="4000" dirty="0"/>
              <a:t>Provide Build Steps</a:t>
            </a:r>
          </a:p>
        </p:txBody>
      </p:sp>
      <p:pic>
        <p:nvPicPr>
          <p:cNvPr id="4" name="Picture 3">
            <a:extLst>
              <a:ext uri="{FF2B5EF4-FFF2-40B4-BE49-F238E27FC236}">
                <a16:creationId xmlns:a16="http://schemas.microsoft.com/office/drawing/2014/main" id="{28634F82-F438-1276-F4EA-D88DF6AD170D}"/>
              </a:ext>
            </a:extLst>
          </p:cNvPr>
          <p:cNvPicPr>
            <a:picLocks noChangeAspect="1"/>
          </p:cNvPicPr>
          <p:nvPr/>
        </p:nvPicPr>
        <p:blipFill>
          <a:blip r:embed="rId3"/>
          <a:stretch>
            <a:fillRect/>
          </a:stretch>
        </p:blipFill>
        <p:spPr>
          <a:xfrm>
            <a:off x="479708" y="1985952"/>
            <a:ext cx="6072742" cy="3161370"/>
          </a:xfrm>
          <a:prstGeom prst="rect">
            <a:avLst/>
          </a:prstGeom>
        </p:spPr>
      </p:pic>
      <p:sp>
        <p:nvSpPr>
          <p:cNvPr id="7" name="TextBox 6">
            <a:extLst>
              <a:ext uri="{FF2B5EF4-FFF2-40B4-BE49-F238E27FC236}">
                <a16:creationId xmlns:a16="http://schemas.microsoft.com/office/drawing/2014/main" id="{86BFBE6D-FF0C-6EF8-9D0D-FBC12A7D1860}"/>
              </a:ext>
            </a:extLst>
          </p:cNvPr>
          <p:cNvSpPr txBox="1"/>
          <p:nvPr/>
        </p:nvSpPr>
        <p:spPr>
          <a:xfrm>
            <a:off x="6735470" y="2366308"/>
            <a:ext cx="5166392" cy="1200329"/>
          </a:xfrm>
          <a:prstGeom prst="rect">
            <a:avLst/>
          </a:prstGeom>
          <a:noFill/>
        </p:spPr>
        <p:txBody>
          <a:bodyPr wrap="square">
            <a:spAutoFit/>
          </a:bodyPr>
          <a:lstStyle/>
          <a:p>
            <a:r>
              <a:rPr lang="en-US" dirty="0"/>
              <a:t>Identify and provide the build steps and commands to compile and package the source code into deployable artifacts (files, Docker images…) when the build is executed.</a:t>
            </a:r>
          </a:p>
        </p:txBody>
      </p:sp>
      <p:sp>
        <p:nvSpPr>
          <p:cNvPr id="12" name="TextBox 11">
            <a:extLst>
              <a:ext uri="{FF2B5EF4-FFF2-40B4-BE49-F238E27FC236}">
                <a16:creationId xmlns:a16="http://schemas.microsoft.com/office/drawing/2014/main" id="{2C870304-AB04-D059-2DF3-67BB946B978E}"/>
              </a:ext>
            </a:extLst>
          </p:cNvPr>
          <p:cNvSpPr txBox="1"/>
          <p:nvPr/>
        </p:nvSpPr>
        <p:spPr>
          <a:xfrm>
            <a:off x="6735470" y="4187518"/>
            <a:ext cx="5166392" cy="923330"/>
          </a:xfrm>
          <a:prstGeom prst="rect">
            <a:avLst/>
          </a:prstGeom>
          <a:noFill/>
        </p:spPr>
        <p:txBody>
          <a:bodyPr wrap="square">
            <a:spAutoFit/>
          </a:bodyPr>
          <a:lstStyle/>
          <a:p>
            <a:r>
              <a:rPr lang="en-US" dirty="0"/>
              <a:t>Ensure the CI/CD pipeline accurately replicates the real environment, reducing deployment errors and supporting reliable automated deployments.</a:t>
            </a:r>
          </a:p>
        </p:txBody>
      </p:sp>
      <p:sp>
        <p:nvSpPr>
          <p:cNvPr id="13" name="TextBox 12">
            <a:extLst>
              <a:ext uri="{FF2B5EF4-FFF2-40B4-BE49-F238E27FC236}">
                <a16:creationId xmlns:a16="http://schemas.microsoft.com/office/drawing/2014/main" id="{81F29D23-4125-7940-E6CB-F72FB4F37BD3}"/>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14" name="TextBox 13">
            <a:extLst>
              <a:ext uri="{FF2B5EF4-FFF2-40B4-BE49-F238E27FC236}">
                <a16:creationId xmlns:a16="http://schemas.microsoft.com/office/drawing/2014/main" id="{3165169E-E323-402A-0200-56A2B822D985}"/>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Tree>
    <p:extLst>
      <p:ext uri="{BB962C8B-B14F-4D97-AF65-F5344CB8AC3E}">
        <p14:creationId xmlns:p14="http://schemas.microsoft.com/office/powerpoint/2010/main" val="1525215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0E1D-4319-5E82-E6BA-B2685813C64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A3BB94D-31D1-7F47-C39F-AC9A425E73E8}"/>
              </a:ext>
            </a:extLst>
          </p:cNvPr>
          <p:cNvSpPr>
            <a:spLocks noGrp="1"/>
          </p:cNvSpPr>
          <p:nvPr>
            <p:ph type="body" sz="quarter" idx="28"/>
          </p:nvPr>
        </p:nvSpPr>
        <p:spPr>
          <a:xfrm>
            <a:off x="1404620" y="2586269"/>
            <a:ext cx="9382760" cy="1685461"/>
          </a:xfrm>
        </p:spPr>
        <p:txBody>
          <a:bodyPr/>
          <a:lstStyle/>
          <a:p>
            <a:r>
              <a:rPr lang="fr-FR" sz="6000" dirty="0" err="1"/>
              <a:t>Provide</a:t>
            </a:r>
            <a:r>
              <a:rPr lang="fr-FR" sz="6000" dirty="0"/>
              <a:t> </a:t>
            </a:r>
            <a:r>
              <a:rPr lang="fr-FR" sz="6000" dirty="0" err="1"/>
              <a:t>Deployment</a:t>
            </a:r>
            <a:r>
              <a:rPr lang="fr-FR" sz="6000" dirty="0"/>
              <a:t> Documentation</a:t>
            </a:r>
          </a:p>
        </p:txBody>
      </p:sp>
    </p:spTree>
    <p:extLst>
      <p:ext uri="{BB962C8B-B14F-4D97-AF65-F5344CB8AC3E}">
        <p14:creationId xmlns:p14="http://schemas.microsoft.com/office/powerpoint/2010/main" val="1064974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7B23A-6253-58BF-1C56-D8CAD0BA42B7}"/>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7D5642DB-3D14-F08D-5575-B363670ECE2C}"/>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0A6BADEE-4176-CD58-D850-A731625B6D92}"/>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A56BAFFE-64FA-8A87-FAD6-BF3DCBC2BBF3}"/>
              </a:ext>
            </a:extLst>
          </p:cNvPr>
          <p:cNvSpPr txBox="1"/>
          <p:nvPr/>
        </p:nvSpPr>
        <p:spPr>
          <a:xfrm>
            <a:off x="2168433" y="300122"/>
            <a:ext cx="8456023" cy="707886"/>
          </a:xfrm>
          <a:prstGeom prst="rect">
            <a:avLst/>
          </a:prstGeom>
          <a:noFill/>
        </p:spPr>
        <p:txBody>
          <a:bodyPr wrap="square">
            <a:spAutoFit/>
          </a:bodyPr>
          <a:lstStyle/>
          <a:p>
            <a:r>
              <a:rPr lang="fr-FR" sz="4000" dirty="0" err="1"/>
              <a:t>Provide</a:t>
            </a:r>
            <a:r>
              <a:rPr lang="fr-FR" sz="4000" dirty="0"/>
              <a:t> </a:t>
            </a:r>
            <a:r>
              <a:rPr lang="fr-FR" sz="4000" dirty="0" err="1"/>
              <a:t>Deployment</a:t>
            </a:r>
            <a:r>
              <a:rPr lang="fr-FR" sz="4000" dirty="0"/>
              <a:t> Documentation</a:t>
            </a:r>
          </a:p>
        </p:txBody>
      </p:sp>
      <p:pic>
        <p:nvPicPr>
          <p:cNvPr id="5" name="Picture 4">
            <a:extLst>
              <a:ext uri="{FF2B5EF4-FFF2-40B4-BE49-F238E27FC236}">
                <a16:creationId xmlns:a16="http://schemas.microsoft.com/office/drawing/2014/main" id="{5C0BB560-FF49-0485-9A69-3EBC5DACFD84}"/>
              </a:ext>
            </a:extLst>
          </p:cNvPr>
          <p:cNvPicPr>
            <a:picLocks noChangeAspect="1"/>
          </p:cNvPicPr>
          <p:nvPr/>
        </p:nvPicPr>
        <p:blipFill>
          <a:blip r:embed="rId3"/>
          <a:stretch>
            <a:fillRect/>
          </a:stretch>
        </p:blipFill>
        <p:spPr>
          <a:xfrm>
            <a:off x="546949" y="1984725"/>
            <a:ext cx="5549051" cy="3163824"/>
          </a:xfrm>
          <a:prstGeom prst="rect">
            <a:avLst/>
          </a:prstGeom>
        </p:spPr>
      </p:pic>
      <p:sp>
        <p:nvSpPr>
          <p:cNvPr id="6" name="TextBox 5">
            <a:extLst>
              <a:ext uri="{FF2B5EF4-FFF2-40B4-BE49-F238E27FC236}">
                <a16:creationId xmlns:a16="http://schemas.microsoft.com/office/drawing/2014/main" id="{01727629-AF1E-5913-C0F6-4B14C9006393}"/>
              </a:ext>
            </a:extLst>
          </p:cNvPr>
          <p:cNvSpPr txBox="1"/>
          <p:nvPr/>
        </p:nvSpPr>
        <p:spPr>
          <a:xfrm>
            <a:off x="6735470" y="2366308"/>
            <a:ext cx="5166392" cy="646331"/>
          </a:xfrm>
          <a:prstGeom prst="rect">
            <a:avLst/>
          </a:prstGeom>
          <a:noFill/>
        </p:spPr>
        <p:txBody>
          <a:bodyPr wrap="square">
            <a:spAutoFit/>
          </a:bodyPr>
          <a:lstStyle/>
          <a:p>
            <a:r>
              <a:rPr lang="fr-FR" dirty="0" err="1"/>
              <a:t>Provide</a:t>
            </a:r>
            <a:r>
              <a:rPr lang="fr-FR" dirty="0"/>
              <a:t> installation/</a:t>
            </a:r>
            <a:r>
              <a:rPr lang="fr-FR" dirty="0" err="1"/>
              <a:t>promote</a:t>
            </a:r>
            <a:r>
              <a:rPr lang="fr-FR" dirty="0"/>
              <a:t> documentation for application components</a:t>
            </a:r>
            <a:endParaRPr lang="en-US" dirty="0"/>
          </a:p>
        </p:txBody>
      </p:sp>
      <p:sp>
        <p:nvSpPr>
          <p:cNvPr id="7" name="TextBox 6">
            <a:extLst>
              <a:ext uri="{FF2B5EF4-FFF2-40B4-BE49-F238E27FC236}">
                <a16:creationId xmlns:a16="http://schemas.microsoft.com/office/drawing/2014/main" id="{6CB014C0-F4EC-8A10-BBBD-2548D2CD678A}"/>
              </a:ext>
            </a:extLst>
          </p:cNvPr>
          <p:cNvSpPr txBox="1"/>
          <p:nvPr/>
        </p:nvSpPr>
        <p:spPr>
          <a:xfrm>
            <a:off x="6735470" y="4187518"/>
            <a:ext cx="5166392" cy="923330"/>
          </a:xfrm>
          <a:prstGeom prst="rect">
            <a:avLst/>
          </a:prstGeom>
          <a:noFill/>
        </p:spPr>
        <p:txBody>
          <a:bodyPr wrap="square">
            <a:spAutoFit/>
          </a:bodyPr>
          <a:lstStyle/>
          <a:p>
            <a:r>
              <a:rPr lang="en-US" dirty="0"/>
              <a:t>Ensure the CI/CD pipeline accurately replicates the real environment, reducing deployment errors and supporting reliable automated deployments.</a:t>
            </a:r>
          </a:p>
        </p:txBody>
      </p:sp>
      <p:sp>
        <p:nvSpPr>
          <p:cNvPr id="9" name="TextBox 8">
            <a:extLst>
              <a:ext uri="{FF2B5EF4-FFF2-40B4-BE49-F238E27FC236}">
                <a16:creationId xmlns:a16="http://schemas.microsoft.com/office/drawing/2014/main" id="{782A2C83-623B-CF48-9659-41F0FD678CA8}"/>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10" name="TextBox 9">
            <a:extLst>
              <a:ext uri="{FF2B5EF4-FFF2-40B4-BE49-F238E27FC236}">
                <a16:creationId xmlns:a16="http://schemas.microsoft.com/office/drawing/2014/main" id="{90E007DF-260F-44C0-68CE-0734A23DDE85}"/>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Tree>
    <p:extLst>
      <p:ext uri="{BB962C8B-B14F-4D97-AF65-F5344CB8AC3E}">
        <p14:creationId xmlns:p14="http://schemas.microsoft.com/office/powerpoint/2010/main" val="2313508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9CDF6-5E35-AD6B-6444-0908C57CA5A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B641344-BC1C-5517-B04D-F17FA52D2DCB}"/>
              </a:ext>
            </a:extLst>
          </p:cNvPr>
          <p:cNvSpPr>
            <a:spLocks noGrp="1"/>
          </p:cNvSpPr>
          <p:nvPr>
            <p:ph type="body" sz="quarter" idx="28"/>
          </p:nvPr>
        </p:nvSpPr>
        <p:spPr>
          <a:xfrm>
            <a:off x="1404620" y="2586269"/>
            <a:ext cx="9382760" cy="1685461"/>
          </a:xfrm>
        </p:spPr>
        <p:txBody>
          <a:bodyPr/>
          <a:lstStyle/>
          <a:p>
            <a:r>
              <a:rPr lang="fr-FR" sz="6000" dirty="0" err="1"/>
              <a:t>Provide</a:t>
            </a:r>
            <a:r>
              <a:rPr lang="fr-FR" sz="6000" dirty="0"/>
              <a:t> Configuration</a:t>
            </a:r>
          </a:p>
          <a:p>
            <a:r>
              <a:rPr lang="fr-FR" sz="6000" dirty="0"/>
              <a:t>(Local, DEV)</a:t>
            </a:r>
            <a:endParaRPr lang="en-US" sz="6000" dirty="0"/>
          </a:p>
        </p:txBody>
      </p:sp>
    </p:spTree>
    <p:extLst>
      <p:ext uri="{BB962C8B-B14F-4D97-AF65-F5344CB8AC3E}">
        <p14:creationId xmlns:p14="http://schemas.microsoft.com/office/powerpoint/2010/main" val="2778469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3752A-62AD-1852-366D-F4326CE1AAC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A3F0428-440F-F660-E757-D95083D1A2B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2551D537-2719-88B9-5B5C-30B42B3E83E3}"/>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E22DB86A-0524-A56B-3D7C-1EF146B67D78}"/>
              </a:ext>
            </a:extLst>
          </p:cNvPr>
          <p:cNvSpPr txBox="1"/>
          <p:nvPr/>
        </p:nvSpPr>
        <p:spPr>
          <a:xfrm>
            <a:off x="2168433" y="300122"/>
            <a:ext cx="8456023" cy="1323439"/>
          </a:xfrm>
          <a:prstGeom prst="rect">
            <a:avLst/>
          </a:prstGeom>
          <a:noFill/>
        </p:spPr>
        <p:txBody>
          <a:bodyPr wrap="square">
            <a:spAutoFit/>
          </a:bodyPr>
          <a:lstStyle/>
          <a:p>
            <a:r>
              <a:rPr lang="fr-FR" sz="4000" dirty="0" err="1"/>
              <a:t>Provide</a:t>
            </a:r>
            <a:r>
              <a:rPr lang="fr-FR" sz="4000" dirty="0"/>
              <a:t> Configuration (Local, DEV)</a:t>
            </a:r>
          </a:p>
          <a:p>
            <a:endParaRPr lang="en-US" sz="4000" dirty="0"/>
          </a:p>
        </p:txBody>
      </p:sp>
      <p:pic>
        <p:nvPicPr>
          <p:cNvPr id="5" name="Picture 4">
            <a:extLst>
              <a:ext uri="{FF2B5EF4-FFF2-40B4-BE49-F238E27FC236}">
                <a16:creationId xmlns:a16="http://schemas.microsoft.com/office/drawing/2014/main" id="{1334D080-7618-0ABC-F479-0C0C432736E5}"/>
              </a:ext>
            </a:extLst>
          </p:cNvPr>
          <p:cNvPicPr>
            <a:picLocks noChangeAspect="1"/>
          </p:cNvPicPr>
          <p:nvPr/>
        </p:nvPicPr>
        <p:blipFill>
          <a:blip r:embed="rId3"/>
          <a:stretch>
            <a:fillRect/>
          </a:stretch>
        </p:blipFill>
        <p:spPr>
          <a:xfrm>
            <a:off x="891619" y="1985952"/>
            <a:ext cx="5088952" cy="3163824"/>
          </a:xfrm>
          <a:prstGeom prst="rect">
            <a:avLst/>
          </a:prstGeom>
        </p:spPr>
      </p:pic>
      <p:sp>
        <p:nvSpPr>
          <p:cNvPr id="6" name="TextBox 5">
            <a:extLst>
              <a:ext uri="{FF2B5EF4-FFF2-40B4-BE49-F238E27FC236}">
                <a16:creationId xmlns:a16="http://schemas.microsoft.com/office/drawing/2014/main" id="{D0556233-139A-EBDE-20AA-CD3C7FAFCFF4}"/>
              </a:ext>
            </a:extLst>
          </p:cNvPr>
          <p:cNvSpPr txBox="1"/>
          <p:nvPr/>
        </p:nvSpPr>
        <p:spPr>
          <a:xfrm>
            <a:off x="6735470" y="2366308"/>
            <a:ext cx="5166392" cy="923330"/>
          </a:xfrm>
          <a:prstGeom prst="rect">
            <a:avLst/>
          </a:prstGeom>
          <a:noFill/>
        </p:spPr>
        <p:txBody>
          <a:bodyPr wrap="square">
            <a:spAutoFit/>
          </a:bodyPr>
          <a:lstStyle/>
          <a:p>
            <a:r>
              <a:rPr lang="en-US" dirty="0"/>
              <a:t>Identify configuration files for application components in the local or development environment.</a:t>
            </a:r>
          </a:p>
        </p:txBody>
      </p:sp>
      <p:sp>
        <p:nvSpPr>
          <p:cNvPr id="7" name="TextBox 6">
            <a:extLst>
              <a:ext uri="{FF2B5EF4-FFF2-40B4-BE49-F238E27FC236}">
                <a16:creationId xmlns:a16="http://schemas.microsoft.com/office/drawing/2014/main" id="{844D9BF9-0E6B-56D3-D297-348486308F21}"/>
              </a:ext>
            </a:extLst>
          </p:cNvPr>
          <p:cNvSpPr txBox="1"/>
          <p:nvPr/>
        </p:nvSpPr>
        <p:spPr>
          <a:xfrm>
            <a:off x="6735470" y="4187518"/>
            <a:ext cx="5166392" cy="923330"/>
          </a:xfrm>
          <a:prstGeom prst="rect">
            <a:avLst/>
          </a:prstGeom>
          <a:noFill/>
        </p:spPr>
        <p:txBody>
          <a:bodyPr wrap="square">
            <a:spAutoFit/>
          </a:bodyPr>
          <a:lstStyle/>
          <a:p>
            <a:r>
              <a:rPr lang="en-US" dirty="0"/>
              <a:t>Ensure no config files are missing, prevent runtime errors, and maintain consistent file management across environments.</a:t>
            </a:r>
          </a:p>
        </p:txBody>
      </p:sp>
      <p:sp>
        <p:nvSpPr>
          <p:cNvPr id="9" name="TextBox 8">
            <a:extLst>
              <a:ext uri="{FF2B5EF4-FFF2-40B4-BE49-F238E27FC236}">
                <a16:creationId xmlns:a16="http://schemas.microsoft.com/office/drawing/2014/main" id="{3D7488FC-FBE6-115D-C879-20A34833B830}"/>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10" name="TextBox 9">
            <a:extLst>
              <a:ext uri="{FF2B5EF4-FFF2-40B4-BE49-F238E27FC236}">
                <a16:creationId xmlns:a16="http://schemas.microsoft.com/office/drawing/2014/main" id="{BCFCB6D4-8B04-F37B-B580-9AAE44F7E6A1}"/>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Tree>
    <p:extLst>
      <p:ext uri="{BB962C8B-B14F-4D97-AF65-F5344CB8AC3E}">
        <p14:creationId xmlns:p14="http://schemas.microsoft.com/office/powerpoint/2010/main" val="2951690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9E038-346E-B196-C12C-9BE9C9865B6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3B8E2C7-A377-EB3E-5175-0547B7A267C1}"/>
              </a:ext>
            </a:extLst>
          </p:cNvPr>
          <p:cNvSpPr>
            <a:spLocks noGrp="1"/>
          </p:cNvSpPr>
          <p:nvPr>
            <p:ph type="body" sz="quarter" idx="28"/>
          </p:nvPr>
        </p:nvSpPr>
        <p:spPr>
          <a:xfrm>
            <a:off x="1404620" y="2586269"/>
            <a:ext cx="9382760" cy="1685461"/>
          </a:xfrm>
        </p:spPr>
        <p:txBody>
          <a:bodyPr/>
          <a:lstStyle/>
          <a:p>
            <a:r>
              <a:rPr lang="fr-FR" sz="6000" dirty="0" err="1"/>
              <a:t>Provide</a:t>
            </a:r>
            <a:r>
              <a:rPr lang="fr-FR" sz="6000" dirty="0"/>
              <a:t> Configuration</a:t>
            </a:r>
          </a:p>
          <a:p>
            <a:r>
              <a:rPr lang="fr-FR" sz="6000" dirty="0"/>
              <a:t>(UAT, PRD)</a:t>
            </a:r>
            <a:endParaRPr lang="en-US" sz="6000" dirty="0"/>
          </a:p>
        </p:txBody>
      </p:sp>
    </p:spTree>
    <p:extLst>
      <p:ext uri="{BB962C8B-B14F-4D97-AF65-F5344CB8AC3E}">
        <p14:creationId xmlns:p14="http://schemas.microsoft.com/office/powerpoint/2010/main" val="1118667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7A594-AB8E-2295-D752-63234B9DECA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ACF2036-D399-DE9A-9A79-20C885559F1C}"/>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DF57C375-378E-1242-9999-99C2BFC4A2F2}"/>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A037D0CF-99AC-F7AF-5413-79A3E8CE84EA}"/>
              </a:ext>
            </a:extLst>
          </p:cNvPr>
          <p:cNvSpPr txBox="1"/>
          <p:nvPr/>
        </p:nvSpPr>
        <p:spPr>
          <a:xfrm>
            <a:off x="2168433" y="300122"/>
            <a:ext cx="8456023" cy="707886"/>
          </a:xfrm>
          <a:prstGeom prst="rect">
            <a:avLst/>
          </a:prstGeom>
          <a:noFill/>
        </p:spPr>
        <p:txBody>
          <a:bodyPr wrap="square">
            <a:spAutoFit/>
          </a:bodyPr>
          <a:lstStyle/>
          <a:p>
            <a:r>
              <a:rPr lang="fr-FR" sz="4000" dirty="0" err="1"/>
              <a:t>Provide</a:t>
            </a:r>
            <a:r>
              <a:rPr lang="fr-FR" sz="4000" dirty="0"/>
              <a:t> Configuration (UAT, PRD)</a:t>
            </a:r>
            <a:endParaRPr lang="en-US" sz="4000" dirty="0"/>
          </a:p>
        </p:txBody>
      </p:sp>
      <p:pic>
        <p:nvPicPr>
          <p:cNvPr id="2" name="Picture 1">
            <a:extLst>
              <a:ext uri="{FF2B5EF4-FFF2-40B4-BE49-F238E27FC236}">
                <a16:creationId xmlns:a16="http://schemas.microsoft.com/office/drawing/2014/main" id="{29B692BC-BFE2-8F44-7591-D301B157632E}"/>
              </a:ext>
            </a:extLst>
          </p:cNvPr>
          <p:cNvPicPr>
            <a:picLocks noChangeAspect="1"/>
          </p:cNvPicPr>
          <p:nvPr/>
        </p:nvPicPr>
        <p:blipFill>
          <a:blip r:embed="rId3"/>
          <a:stretch>
            <a:fillRect/>
          </a:stretch>
        </p:blipFill>
        <p:spPr>
          <a:xfrm>
            <a:off x="891619" y="1985952"/>
            <a:ext cx="5088952" cy="3163824"/>
          </a:xfrm>
          <a:prstGeom prst="rect">
            <a:avLst/>
          </a:prstGeom>
        </p:spPr>
      </p:pic>
      <p:sp>
        <p:nvSpPr>
          <p:cNvPr id="4" name="TextBox 3">
            <a:extLst>
              <a:ext uri="{FF2B5EF4-FFF2-40B4-BE49-F238E27FC236}">
                <a16:creationId xmlns:a16="http://schemas.microsoft.com/office/drawing/2014/main" id="{BC23C1C8-6028-F9C8-8B8F-4737C5444404}"/>
              </a:ext>
            </a:extLst>
          </p:cNvPr>
          <p:cNvSpPr txBox="1"/>
          <p:nvPr/>
        </p:nvSpPr>
        <p:spPr>
          <a:xfrm>
            <a:off x="6735470" y="2366308"/>
            <a:ext cx="5166392" cy="646331"/>
          </a:xfrm>
          <a:prstGeom prst="rect">
            <a:avLst/>
          </a:prstGeom>
          <a:noFill/>
        </p:spPr>
        <p:txBody>
          <a:bodyPr wrap="square">
            <a:spAutoFit/>
          </a:bodyPr>
          <a:lstStyle/>
          <a:p>
            <a:r>
              <a:rPr lang="en-US" dirty="0"/>
              <a:t>Identify configuration files for application components in the UAT or production environment.</a:t>
            </a:r>
          </a:p>
        </p:txBody>
      </p:sp>
      <p:sp>
        <p:nvSpPr>
          <p:cNvPr id="6" name="TextBox 5">
            <a:extLst>
              <a:ext uri="{FF2B5EF4-FFF2-40B4-BE49-F238E27FC236}">
                <a16:creationId xmlns:a16="http://schemas.microsoft.com/office/drawing/2014/main" id="{0ED24E7C-05CE-4377-355D-DAF05355FF30}"/>
              </a:ext>
            </a:extLst>
          </p:cNvPr>
          <p:cNvSpPr txBox="1"/>
          <p:nvPr/>
        </p:nvSpPr>
        <p:spPr>
          <a:xfrm>
            <a:off x="6735470" y="4187518"/>
            <a:ext cx="5166392" cy="923330"/>
          </a:xfrm>
          <a:prstGeom prst="rect">
            <a:avLst/>
          </a:prstGeom>
          <a:noFill/>
        </p:spPr>
        <p:txBody>
          <a:bodyPr wrap="square">
            <a:spAutoFit/>
          </a:bodyPr>
          <a:lstStyle/>
          <a:p>
            <a:r>
              <a:rPr lang="en-US" dirty="0"/>
              <a:t>Ensure no config files are missing, prevent runtime errors, and maintain consistent file management across environments.</a:t>
            </a:r>
          </a:p>
        </p:txBody>
      </p:sp>
      <p:sp>
        <p:nvSpPr>
          <p:cNvPr id="7" name="TextBox 6">
            <a:extLst>
              <a:ext uri="{FF2B5EF4-FFF2-40B4-BE49-F238E27FC236}">
                <a16:creationId xmlns:a16="http://schemas.microsoft.com/office/drawing/2014/main" id="{F503856A-2E1B-F488-76DB-F578E03C4CB1}"/>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55308360-B32C-81B7-B13F-5BBFC0336568}"/>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Tree>
    <p:extLst>
      <p:ext uri="{BB962C8B-B14F-4D97-AF65-F5344CB8AC3E}">
        <p14:creationId xmlns:p14="http://schemas.microsoft.com/office/powerpoint/2010/main" val="2333609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10A5-A059-8B6C-7A8D-20C21F3313C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36FDD09-CCDA-66A6-A257-A04FAF25A834}"/>
              </a:ext>
            </a:extLst>
          </p:cNvPr>
          <p:cNvSpPr>
            <a:spLocks noGrp="1"/>
          </p:cNvSpPr>
          <p:nvPr>
            <p:ph type="body" sz="quarter" idx="28"/>
          </p:nvPr>
        </p:nvSpPr>
        <p:spPr>
          <a:xfrm>
            <a:off x="1404620" y="2586269"/>
            <a:ext cx="9382760" cy="1685461"/>
          </a:xfrm>
        </p:spPr>
        <p:txBody>
          <a:bodyPr/>
          <a:lstStyle/>
          <a:p>
            <a:r>
              <a:rPr lang="en-US" sz="6000" dirty="0"/>
              <a:t>Identify Outbound Connectivity</a:t>
            </a:r>
          </a:p>
        </p:txBody>
      </p:sp>
    </p:spTree>
    <p:extLst>
      <p:ext uri="{BB962C8B-B14F-4D97-AF65-F5344CB8AC3E}">
        <p14:creationId xmlns:p14="http://schemas.microsoft.com/office/powerpoint/2010/main" val="3081871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0AE41-DE5F-AE53-5656-F2B4D42342B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9E895E6-4354-C3B1-DE0F-F6DAAA745BC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F7B62AAD-5238-3DC6-0576-4A220685BED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9EA43554-B066-7C37-8F0B-2A1D04459F0D}"/>
              </a:ext>
            </a:extLst>
          </p:cNvPr>
          <p:cNvSpPr txBox="1"/>
          <p:nvPr/>
        </p:nvSpPr>
        <p:spPr>
          <a:xfrm>
            <a:off x="2168433" y="300122"/>
            <a:ext cx="8456023" cy="707886"/>
          </a:xfrm>
          <a:prstGeom prst="rect">
            <a:avLst/>
          </a:prstGeom>
          <a:noFill/>
        </p:spPr>
        <p:txBody>
          <a:bodyPr wrap="square">
            <a:spAutoFit/>
          </a:bodyPr>
          <a:lstStyle/>
          <a:p>
            <a:pPr lvl="0">
              <a:defRPr/>
            </a:pPr>
            <a:r>
              <a:rPr lang="en-US" sz="4000" dirty="0">
                <a:solidFill>
                  <a:prstClr val="black"/>
                </a:solidFill>
              </a:rPr>
              <a:t>Identify Outbound Connectivity</a:t>
            </a:r>
            <a:endParaRPr lang="en-US" sz="4000" dirty="0">
              <a:solidFill>
                <a:prstClr val="black"/>
              </a:solidFill>
              <a:latin typeface="Calibri" panose="020F0502020204030204"/>
            </a:endParaRPr>
          </a:p>
        </p:txBody>
      </p:sp>
      <p:pic>
        <p:nvPicPr>
          <p:cNvPr id="7" name="Picture 6">
            <a:extLst>
              <a:ext uri="{FF2B5EF4-FFF2-40B4-BE49-F238E27FC236}">
                <a16:creationId xmlns:a16="http://schemas.microsoft.com/office/drawing/2014/main" id="{B85E659F-C151-0EFB-BE56-0B2C55527EBE}"/>
              </a:ext>
            </a:extLst>
          </p:cNvPr>
          <p:cNvPicPr>
            <a:picLocks noChangeAspect="1"/>
          </p:cNvPicPr>
          <p:nvPr/>
        </p:nvPicPr>
        <p:blipFill>
          <a:blip r:embed="rId3"/>
          <a:stretch>
            <a:fillRect/>
          </a:stretch>
        </p:blipFill>
        <p:spPr>
          <a:xfrm>
            <a:off x="511611" y="2170618"/>
            <a:ext cx="5832628" cy="3163824"/>
          </a:xfrm>
          <a:prstGeom prst="rect">
            <a:avLst/>
          </a:prstGeom>
        </p:spPr>
      </p:pic>
      <p:sp>
        <p:nvSpPr>
          <p:cNvPr id="2" name="TextBox 1">
            <a:extLst>
              <a:ext uri="{FF2B5EF4-FFF2-40B4-BE49-F238E27FC236}">
                <a16:creationId xmlns:a16="http://schemas.microsoft.com/office/drawing/2014/main" id="{A83AA3A1-BBD8-C444-6358-3E9EA126EAE9}"/>
              </a:ext>
            </a:extLst>
          </p:cNvPr>
          <p:cNvSpPr txBox="1"/>
          <p:nvPr/>
        </p:nvSpPr>
        <p:spPr>
          <a:xfrm>
            <a:off x="6735470" y="2366308"/>
            <a:ext cx="5166392" cy="923330"/>
          </a:xfrm>
          <a:prstGeom prst="rect">
            <a:avLst/>
          </a:prstGeom>
          <a:noFill/>
        </p:spPr>
        <p:txBody>
          <a:bodyPr wrap="square">
            <a:spAutoFit/>
          </a:bodyPr>
          <a:lstStyle/>
          <a:p>
            <a:r>
              <a:rPr lang="en-US" dirty="0"/>
              <a:t>Identify required outbound connections (ports, protocols, destinations) to support egress/ingress and network policies.</a:t>
            </a:r>
          </a:p>
        </p:txBody>
      </p:sp>
      <p:sp>
        <p:nvSpPr>
          <p:cNvPr id="4" name="TextBox 3">
            <a:extLst>
              <a:ext uri="{FF2B5EF4-FFF2-40B4-BE49-F238E27FC236}">
                <a16:creationId xmlns:a16="http://schemas.microsoft.com/office/drawing/2014/main" id="{00FF7033-CF9E-F101-1E12-51AC65EA2084}"/>
              </a:ext>
            </a:extLst>
          </p:cNvPr>
          <p:cNvSpPr txBox="1"/>
          <p:nvPr/>
        </p:nvSpPr>
        <p:spPr>
          <a:xfrm>
            <a:off x="6735470" y="4187518"/>
            <a:ext cx="5166392" cy="1200329"/>
          </a:xfrm>
          <a:prstGeom prst="rect">
            <a:avLst/>
          </a:prstGeom>
          <a:noFill/>
        </p:spPr>
        <p:txBody>
          <a:bodyPr wrap="square">
            <a:spAutoFit/>
          </a:bodyPr>
          <a:lstStyle/>
          <a:p>
            <a:r>
              <a:rPr lang="en-US" dirty="0"/>
              <a:t>This step ensures the application’s network requirements are understood, enabling </a:t>
            </a:r>
            <a:r>
              <a:rPr lang="en-US" b="1" dirty="0"/>
              <a:t>accurate network policy configuration, enhanced security, and reliable operation</a:t>
            </a:r>
            <a:endParaRPr lang="en-US" dirty="0"/>
          </a:p>
        </p:txBody>
      </p:sp>
      <p:sp>
        <p:nvSpPr>
          <p:cNvPr id="5" name="TextBox 4">
            <a:extLst>
              <a:ext uri="{FF2B5EF4-FFF2-40B4-BE49-F238E27FC236}">
                <a16:creationId xmlns:a16="http://schemas.microsoft.com/office/drawing/2014/main" id="{36AD3346-13EC-5FBE-0992-8B764DB0FEF5}"/>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6" name="TextBox 5">
            <a:extLst>
              <a:ext uri="{FF2B5EF4-FFF2-40B4-BE49-F238E27FC236}">
                <a16:creationId xmlns:a16="http://schemas.microsoft.com/office/drawing/2014/main" id="{7D848BE0-DC67-0544-DB3F-124BF7EA6599}"/>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Tree>
    <p:extLst>
      <p:ext uri="{BB962C8B-B14F-4D97-AF65-F5344CB8AC3E}">
        <p14:creationId xmlns:p14="http://schemas.microsoft.com/office/powerpoint/2010/main" val="1870314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4232E-1E48-5A2E-8766-F0109A895B63}"/>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EA0974E-2FA1-20A8-AA75-478D6EBA5D6D}"/>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CAEDE7D8-33A4-D732-888A-382FB5394AEE}"/>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EF289102-7E2E-5C1E-1210-B01362450EAF}"/>
              </a:ext>
            </a:extLst>
          </p:cNvPr>
          <p:cNvSpPr txBox="1"/>
          <p:nvPr/>
        </p:nvSpPr>
        <p:spPr>
          <a:xfrm>
            <a:off x="2168433" y="300122"/>
            <a:ext cx="8456023" cy="707886"/>
          </a:xfrm>
          <a:prstGeom prst="rect">
            <a:avLst/>
          </a:prstGeom>
          <a:noFill/>
        </p:spPr>
        <p:txBody>
          <a:bodyPr wrap="square">
            <a:spAutoFit/>
          </a:bodyPr>
          <a:lstStyle/>
          <a:p>
            <a:pPr lvl="0">
              <a:defRPr/>
            </a:pPr>
            <a:r>
              <a:rPr lang="en-US" sz="4000" dirty="0">
                <a:solidFill>
                  <a:prstClr val="black"/>
                </a:solidFill>
              </a:rPr>
              <a:t>Identify Outbound Connectivity</a:t>
            </a:r>
            <a:endParaRPr lang="en-US" sz="4000" dirty="0">
              <a:solidFill>
                <a:prstClr val="black"/>
              </a:solidFill>
              <a:latin typeface="Calibri" panose="020F0502020204030204"/>
            </a:endParaRPr>
          </a:p>
        </p:txBody>
      </p:sp>
      <p:pic>
        <p:nvPicPr>
          <p:cNvPr id="4" name="Picture 3">
            <a:extLst>
              <a:ext uri="{FF2B5EF4-FFF2-40B4-BE49-F238E27FC236}">
                <a16:creationId xmlns:a16="http://schemas.microsoft.com/office/drawing/2014/main" id="{9A9A648B-382D-D870-063E-8597EB8249E8}"/>
              </a:ext>
            </a:extLst>
          </p:cNvPr>
          <p:cNvPicPr>
            <a:picLocks noChangeAspect="1"/>
          </p:cNvPicPr>
          <p:nvPr/>
        </p:nvPicPr>
        <p:blipFill>
          <a:blip r:embed="rId3"/>
          <a:stretch>
            <a:fillRect/>
          </a:stretch>
        </p:blipFill>
        <p:spPr>
          <a:xfrm>
            <a:off x="0" y="1727191"/>
            <a:ext cx="12192000" cy="4116350"/>
          </a:xfrm>
          <a:prstGeom prst="rect">
            <a:avLst/>
          </a:prstGeom>
        </p:spPr>
      </p:pic>
    </p:spTree>
    <p:extLst>
      <p:ext uri="{BB962C8B-B14F-4D97-AF65-F5344CB8AC3E}">
        <p14:creationId xmlns:p14="http://schemas.microsoft.com/office/powerpoint/2010/main" val="1030032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46687-384C-93D3-874F-6C99ACD3F4B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A0971D0-1B51-CB6C-6DCD-D65C7B10CE00}"/>
              </a:ext>
            </a:extLst>
          </p:cNvPr>
          <p:cNvSpPr>
            <a:spLocks noGrp="1"/>
          </p:cNvSpPr>
          <p:nvPr>
            <p:ph type="body" sz="quarter" idx="28"/>
          </p:nvPr>
        </p:nvSpPr>
        <p:spPr>
          <a:xfrm>
            <a:off x="1404620" y="2586269"/>
            <a:ext cx="9382760" cy="1685461"/>
          </a:xfrm>
        </p:spPr>
        <p:txBody>
          <a:bodyPr/>
          <a:lstStyle/>
          <a:p>
            <a:r>
              <a:rPr lang="fr-FR" sz="6000" dirty="0" err="1"/>
              <a:t>Provide</a:t>
            </a:r>
            <a:r>
              <a:rPr lang="fr-FR" sz="6000" dirty="0"/>
              <a:t> </a:t>
            </a:r>
            <a:r>
              <a:rPr lang="fr-FR" sz="6000" dirty="0" err="1"/>
              <a:t>Operation</a:t>
            </a:r>
            <a:r>
              <a:rPr lang="fr-FR" sz="6000" dirty="0"/>
              <a:t> Documentation</a:t>
            </a:r>
            <a:endParaRPr lang="en-US" sz="6000" dirty="0"/>
          </a:p>
        </p:txBody>
      </p:sp>
    </p:spTree>
    <p:extLst>
      <p:ext uri="{BB962C8B-B14F-4D97-AF65-F5344CB8AC3E}">
        <p14:creationId xmlns:p14="http://schemas.microsoft.com/office/powerpoint/2010/main" val="2260884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D477F-380D-2449-62A7-C0A2139A219F}"/>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471A324-43E2-1EE8-E34D-34D4C328856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55C48443-E210-8E9F-3B0A-DF337B65477C}"/>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24093B9-631B-C4C6-A31B-CD220FE62866}"/>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Provide Operation Documentation</a:t>
            </a:r>
            <a:endParaRPr lang="en-US" sz="4000" dirty="0">
              <a:solidFill>
                <a:prstClr val="black"/>
              </a:solidFill>
              <a:latin typeface="Calibri" panose="020F0502020204030204"/>
            </a:endParaRPr>
          </a:p>
        </p:txBody>
      </p:sp>
      <p:pic>
        <p:nvPicPr>
          <p:cNvPr id="7" name="Picture 6">
            <a:extLst>
              <a:ext uri="{FF2B5EF4-FFF2-40B4-BE49-F238E27FC236}">
                <a16:creationId xmlns:a16="http://schemas.microsoft.com/office/drawing/2014/main" id="{A66C5B78-AB06-7346-2C1B-A04C1AE6CC7C}"/>
              </a:ext>
            </a:extLst>
          </p:cNvPr>
          <p:cNvPicPr>
            <a:picLocks noChangeAspect="1"/>
          </p:cNvPicPr>
          <p:nvPr/>
        </p:nvPicPr>
        <p:blipFill>
          <a:blip r:embed="rId3"/>
          <a:stretch>
            <a:fillRect/>
          </a:stretch>
        </p:blipFill>
        <p:spPr>
          <a:xfrm>
            <a:off x="1404937" y="1163249"/>
            <a:ext cx="9382125" cy="5260293"/>
          </a:xfrm>
          <a:prstGeom prst="rect">
            <a:avLst/>
          </a:prstGeom>
        </p:spPr>
      </p:pic>
    </p:spTree>
    <p:extLst>
      <p:ext uri="{BB962C8B-B14F-4D97-AF65-F5344CB8AC3E}">
        <p14:creationId xmlns:p14="http://schemas.microsoft.com/office/powerpoint/2010/main" val="41307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97C2B-2220-7974-6C92-225CA537FC1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C376889-009B-8459-4313-E5547A26976A}"/>
              </a:ext>
            </a:extLst>
          </p:cNvPr>
          <p:cNvSpPr>
            <a:spLocks noGrp="1"/>
          </p:cNvSpPr>
          <p:nvPr>
            <p:ph type="body" sz="quarter" idx="28"/>
          </p:nvPr>
        </p:nvSpPr>
        <p:spPr>
          <a:xfrm>
            <a:off x="1404620" y="2586269"/>
            <a:ext cx="9382760" cy="1685461"/>
          </a:xfrm>
        </p:spPr>
        <p:txBody>
          <a:bodyPr/>
          <a:lstStyle/>
          <a:p>
            <a:r>
              <a:rPr lang="en-US" sz="6000" dirty="0"/>
              <a:t>Verify and Align Configuration Files Across Environments</a:t>
            </a:r>
          </a:p>
        </p:txBody>
      </p:sp>
    </p:spTree>
    <p:extLst>
      <p:ext uri="{BB962C8B-B14F-4D97-AF65-F5344CB8AC3E}">
        <p14:creationId xmlns:p14="http://schemas.microsoft.com/office/powerpoint/2010/main" val="4199772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9B30C-1C4C-811A-3C65-F6CF41D1C8F8}"/>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486AE02-801C-7946-49EA-CD0BE3AEB31E}"/>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9F0D9FD5-6271-B627-1520-E06F002FDDA4}"/>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2C51E71-3EA3-EBF9-50DD-239BEC20EDF5}"/>
              </a:ext>
            </a:extLst>
          </p:cNvPr>
          <p:cNvSpPr txBox="1"/>
          <p:nvPr/>
        </p:nvSpPr>
        <p:spPr>
          <a:xfrm>
            <a:off x="2168433" y="300122"/>
            <a:ext cx="8456023" cy="523220"/>
          </a:xfrm>
          <a:prstGeom prst="rect">
            <a:avLst/>
          </a:prstGeom>
          <a:noFill/>
        </p:spPr>
        <p:txBody>
          <a:bodyPr wrap="square">
            <a:spAutoFit/>
          </a:bodyPr>
          <a:lstStyle/>
          <a:p>
            <a:r>
              <a:rPr lang="en-US" sz="2800" dirty="0"/>
              <a:t>Verify and Align Configuration Files Across Environments</a:t>
            </a:r>
          </a:p>
        </p:txBody>
      </p:sp>
      <p:sp>
        <p:nvSpPr>
          <p:cNvPr id="2" name="TextBox 1">
            <a:extLst>
              <a:ext uri="{FF2B5EF4-FFF2-40B4-BE49-F238E27FC236}">
                <a16:creationId xmlns:a16="http://schemas.microsoft.com/office/drawing/2014/main" id="{BE02A6D2-F0FF-DD9E-9681-4024F087FDA0}"/>
              </a:ext>
            </a:extLst>
          </p:cNvPr>
          <p:cNvSpPr txBox="1"/>
          <p:nvPr/>
        </p:nvSpPr>
        <p:spPr>
          <a:xfrm>
            <a:off x="6735470" y="2366308"/>
            <a:ext cx="5166392" cy="1200329"/>
          </a:xfrm>
          <a:prstGeom prst="rect">
            <a:avLst/>
          </a:prstGeom>
          <a:noFill/>
        </p:spPr>
        <p:txBody>
          <a:bodyPr wrap="square">
            <a:spAutoFit/>
          </a:bodyPr>
          <a:lstStyle/>
          <a:p>
            <a:r>
              <a:rPr lang="en-US" dirty="0"/>
              <a:t>Confirm with both the local DEV and UAT SA to ensure the file locations are consistent, as files may be stored differently between local and UAT environments.</a:t>
            </a:r>
          </a:p>
        </p:txBody>
      </p:sp>
      <p:sp>
        <p:nvSpPr>
          <p:cNvPr id="4" name="TextBox 3">
            <a:extLst>
              <a:ext uri="{FF2B5EF4-FFF2-40B4-BE49-F238E27FC236}">
                <a16:creationId xmlns:a16="http://schemas.microsoft.com/office/drawing/2014/main" id="{0B854753-C889-DACB-12A6-84712396EDDA}"/>
              </a:ext>
            </a:extLst>
          </p:cNvPr>
          <p:cNvSpPr txBox="1"/>
          <p:nvPr/>
        </p:nvSpPr>
        <p:spPr>
          <a:xfrm>
            <a:off x="6735470" y="4187518"/>
            <a:ext cx="5166392" cy="923330"/>
          </a:xfrm>
          <a:prstGeom prst="rect">
            <a:avLst/>
          </a:prstGeom>
          <a:noFill/>
        </p:spPr>
        <p:txBody>
          <a:bodyPr wrap="square">
            <a:spAutoFit/>
          </a:bodyPr>
          <a:lstStyle/>
          <a:p>
            <a:r>
              <a:rPr lang="en-US" dirty="0"/>
              <a:t>Ensure the CI/CD pipeline accurately replicates the real environment, reducing deployment errors and supporting reliable automated deployments.</a:t>
            </a:r>
          </a:p>
        </p:txBody>
      </p:sp>
      <p:sp>
        <p:nvSpPr>
          <p:cNvPr id="6" name="TextBox 5">
            <a:extLst>
              <a:ext uri="{FF2B5EF4-FFF2-40B4-BE49-F238E27FC236}">
                <a16:creationId xmlns:a16="http://schemas.microsoft.com/office/drawing/2014/main" id="{F1754378-09EB-616F-2529-37C9AC22C5A1}"/>
              </a:ext>
            </a:extLst>
          </p:cNvPr>
          <p:cNvSpPr txBox="1"/>
          <p:nvPr/>
        </p:nvSpPr>
        <p:spPr>
          <a:xfrm>
            <a:off x="6735470" y="1985952"/>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9852BD35-17AA-CBFE-B174-1D4CD86BD1E5}"/>
              </a:ext>
            </a:extLst>
          </p:cNvPr>
          <p:cNvSpPr txBox="1"/>
          <p:nvPr/>
        </p:nvSpPr>
        <p:spPr>
          <a:xfrm>
            <a:off x="6735470" y="3847896"/>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46DDF439-68E9-D744-6C80-28EAF53DDC1B}"/>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HÌNH MINH HỌA</a:t>
            </a:r>
          </a:p>
        </p:txBody>
      </p:sp>
    </p:spTree>
    <p:extLst>
      <p:ext uri="{BB962C8B-B14F-4D97-AF65-F5344CB8AC3E}">
        <p14:creationId xmlns:p14="http://schemas.microsoft.com/office/powerpoint/2010/main" val="895933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4C0FE-EA7B-219B-36C9-D34D2A047F3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AB3DFC2-8ADF-FC82-83E4-8C297BCDE7EB}"/>
              </a:ext>
            </a:extLst>
          </p:cNvPr>
          <p:cNvSpPr>
            <a:spLocks noGrp="1"/>
          </p:cNvSpPr>
          <p:nvPr>
            <p:ph type="body" sz="quarter" idx="28"/>
          </p:nvPr>
        </p:nvSpPr>
        <p:spPr>
          <a:xfrm>
            <a:off x="1404620" y="2586269"/>
            <a:ext cx="9382760" cy="1685461"/>
          </a:xfrm>
        </p:spPr>
        <p:txBody>
          <a:bodyPr/>
          <a:lstStyle/>
          <a:p>
            <a:r>
              <a:rPr lang="fr-FR" sz="6000" dirty="0"/>
              <a:t>Manage Application Configuration</a:t>
            </a:r>
          </a:p>
        </p:txBody>
      </p:sp>
    </p:spTree>
    <p:extLst>
      <p:ext uri="{BB962C8B-B14F-4D97-AF65-F5344CB8AC3E}">
        <p14:creationId xmlns:p14="http://schemas.microsoft.com/office/powerpoint/2010/main" val="13406540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AEB0A-E065-F4E8-3ABD-20B956B90509}"/>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7C722AF9-0D13-5445-9D3C-22B5DDF152E4}"/>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E1C4A213-6175-6B19-3F40-2124EFA1D106}"/>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06A409FD-DB20-526F-8CDF-811204B1F2DB}"/>
              </a:ext>
            </a:extLst>
          </p:cNvPr>
          <p:cNvSpPr txBox="1"/>
          <p:nvPr/>
        </p:nvSpPr>
        <p:spPr>
          <a:xfrm>
            <a:off x="2168433" y="300122"/>
            <a:ext cx="8456023" cy="707886"/>
          </a:xfrm>
          <a:prstGeom prst="rect">
            <a:avLst/>
          </a:prstGeom>
          <a:noFill/>
        </p:spPr>
        <p:txBody>
          <a:bodyPr wrap="square">
            <a:spAutoFit/>
          </a:bodyPr>
          <a:lstStyle/>
          <a:p>
            <a:r>
              <a:rPr lang="fr-FR" sz="4000" dirty="0"/>
              <a:t>Manage Application Configuration</a:t>
            </a:r>
          </a:p>
        </p:txBody>
      </p:sp>
      <p:sp>
        <p:nvSpPr>
          <p:cNvPr id="2" name="TextBox 1">
            <a:extLst>
              <a:ext uri="{FF2B5EF4-FFF2-40B4-BE49-F238E27FC236}">
                <a16:creationId xmlns:a16="http://schemas.microsoft.com/office/drawing/2014/main" id="{02F6FDCE-E904-9150-0239-72744BA4BC25}"/>
              </a:ext>
            </a:extLst>
          </p:cNvPr>
          <p:cNvSpPr txBox="1"/>
          <p:nvPr/>
        </p:nvSpPr>
        <p:spPr>
          <a:xfrm>
            <a:off x="6706895" y="2301904"/>
            <a:ext cx="5166392" cy="2031325"/>
          </a:xfrm>
          <a:prstGeom prst="rect">
            <a:avLst/>
          </a:prstGeom>
          <a:noFill/>
        </p:spPr>
        <p:txBody>
          <a:bodyPr wrap="square">
            <a:spAutoFit/>
          </a:bodyPr>
          <a:lstStyle/>
          <a:p>
            <a:r>
              <a:rPr lang="en-US" dirty="0"/>
              <a:t>Move configuration files out of the packaged application (WAR/JAR) so that the application reads them from an external source—either an external path via environment variables defined in the Helm Chart or from a dedicated Application Configuration repository on GitLab storing the variables (for Ansible Playbook use cases).</a:t>
            </a:r>
          </a:p>
        </p:txBody>
      </p:sp>
      <p:sp>
        <p:nvSpPr>
          <p:cNvPr id="5" name="TextBox 4">
            <a:extLst>
              <a:ext uri="{FF2B5EF4-FFF2-40B4-BE49-F238E27FC236}">
                <a16:creationId xmlns:a16="http://schemas.microsoft.com/office/drawing/2014/main" id="{15CE58AE-271E-AF49-2341-E2EE908238A3}"/>
              </a:ext>
            </a:extLst>
          </p:cNvPr>
          <p:cNvSpPr txBox="1"/>
          <p:nvPr/>
        </p:nvSpPr>
        <p:spPr>
          <a:xfrm>
            <a:off x="6706895" y="4689380"/>
            <a:ext cx="5166392" cy="923330"/>
          </a:xfrm>
          <a:prstGeom prst="rect">
            <a:avLst/>
          </a:prstGeom>
          <a:noFill/>
        </p:spPr>
        <p:txBody>
          <a:bodyPr wrap="square">
            <a:spAutoFit/>
          </a:bodyPr>
          <a:lstStyle/>
          <a:p>
            <a:r>
              <a:rPr lang="en-US" dirty="0"/>
              <a:t>Allows flexible config management across environments without rebuilding the app and ensures correct mounting in CI/CD deployments.</a:t>
            </a:r>
          </a:p>
        </p:txBody>
      </p:sp>
      <p:sp>
        <p:nvSpPr>
          <p:cNvPr id="6" name="TextBox 5">
            <a:extLst>
              <a:ext uri="{FF2B5EF4-FFF2-40B4-BE49-F238E27FC236}">
                <a16:creationId xmlns:a16="http://schemas.microsoft.com/office/drawing/2014/main" id="{70770EF1-CFB0-456C-DF60-05AE4BE97345}"/>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31C664C4-43D3-154D-E1F9-C88197222886}"/>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1" name="Rectangle 10">
            <a:extLst>
              <a:ext uri="{FF2B5EF4-FFF2-40B4-BE49-F238E27FC236}">
                <a16:creationId xmlns:a16="http://schemas.microsoft.com/office/drawing/2014/main" id="{A512DEEE-9478-5B40-5894-9C11CCCECC4A}"/>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HÌNH MINH HỌA</a:t>
            </a:r>
          </a:p>
        </p:txBody>
      </p:sp>
    </p:spTree>
    <p:extLst>
      <p:ext uri="{BB962C8B-B14F-4D97-AF65-F5344CB8AC3E}">
        <p14:creationId xmlns:p14="http://schemas.microsoft.com/office/powerpoint/2010/main" val="1764819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A673C-F471-AE3A-B408-F1B170EE94B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84B9F2D-23C9-7056-7021-70322C0F3C43}"/>
              </a:ext>
            </a:extLst>
          </p:cNvPr>
          <p:cNvSpPr>
            <a:spLocks noGrp="1"/>
          </p:cNvSpPr>
          <p:nvPr>
            <p:ph type="body" sz="quarter" idx="28"/>
          </p:nvPr>
        </p:nvSpPr>
        <p:spPr>
          <a:xfrm>
            <a:off x="1404620" y="2586269"/>
            <a:ext cx="9382760" cy="1685461"/>
          </a:xfrm>
        </p:spPr>
        <p:txBody>
          <a:bodyPr/>
          <a:lstStyle/>
          <a:p>
            <a:r>
              <a:rPr lang="fr-FR" sz="6000" dirty="0" err="1"/>
              <a:t>Identify</a:t>
            </a:r>
            <a:r>
              <a:rPr lang="fr-FR" sz="6000" dirty="0"/>
              <a:t> </a:t>
            </a:r>
          </a:p>
          <a:p>
            <a:r>
              <a:rPr lang="fr-FR" sz="6000" dirty="0"/>
              <a:t>Filesystem &amp; Storage</a:t>
            </a:r>
            <a:endParaRPr lang="en-US" sz="6000" dirty="0"/>
          </a:p>
        </p:txBody>
      </p:sp>
    </p:spTree>
    <p:extLst>
      <p:ext uri="{BB962C8B-B14F-4D97-AF65-F5344CB8AC3E}">
        <p14:creationId xmlns:p14="http://schemas.microsoft.com/office/powerpoint/2010/main" val="2297885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30806-5E42-D86D-A594-F5A197BB42F9}"/>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275ADDF-EC05-6204-8A40-6862C23B149C}"/>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0CB1F60C-FA61-40D2-5731-C971F39DD4D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00582C62-6E53-1D76-520B-8B1022960BC9}"/>
              </a:ext>
            </a:extLst>
          </p:cNvPr>
          <p:cNvSpPr txBox="1"/>
          <p:nvPr/>
        </p:nvSpPr>
        <p:spPr>
          <a:xfrm>
            <a:off x="2168433" y="300122"/>
            <a:ext cx="8456023" cy="707886"/>
          </a:xfrm>
          <a:prstGeom prst="rect">
            <a:avLst/>
          </a:prstGeom>
          <a:noFill/>
        </p:spPr>
        <p:txBody>
          <a:bodyPr wrap="square">
            <a:spAutoFit/>
          </a:bodyPr>
          <a:lstStyle/>
          <a:p>
            <a:r>
              <a:rPr lang="fr-FR" sz="4000" dirty="0" err="1"/>
              <a:t>Identify</a:t>
            </a:r>
            <a:r>
              <a:rPr lang="fr-FR" sz="4000" dirty="0"/>
              <a:t> Filesystem &amp; Storage</a:t>
            </a:r>
            <a:endParaRPr lang="en-US" sz="4000" dirty="0"/>
          </a:p>
        </p:txBody>
      </p:sp>
      <p:sp>
        <p:nvSpPr>
          <p:cNvPr id="2" name="TextBox 1">
            <a:extLst>
              <a:ext uri="{FF2B5EF4-FFF2-40B4-BE49-F238E27FC236}">
                <a16:creationId xmlns:a16="http://schemas.microsoft.com/office/drawing/2014/main" id="{A9BE164C-DADE-06E7-FA09-1ACC183D499D}"/>
              </a:ext>
            </a:extLst>
          </p:cNvPr>
          <p:cNvSpPr txBox="1"/>
          <p:nvPr/>
        </p:nvSpPr>
        <p:spPr>
          <a:xfrm>
            <a:off x="6363995" y="2443958"/>
            <a:ext cx="5166392" cy="923330"/>
          </a:xfrm>
          <a:prstGeom prst="rect">
            <a:avLst/>
          </a:prstGeom>
          <a:noFill/>
        </p:spPr>
        <p:txBody>
          <a:bodyPr wrap="square">
            <a:spAutoFit/>
          </a:bodyPr>
          <a:lstStyle/>
          <a:p>
            <a:r>
              <a:rPr lang="en-US" dirty="0"/>
              <a:t>Identify direct filesystem usage (</a:t>
            </a:r>
            <a:r>
              <a:rPr lang="en-US" dirty="0" err="1"/>
              <a:t>Qumulo</a:t>
            </a:r>
            <a:r>
              <a:rPr lang="en-US" dirty="0"/>
              <a:t>) and determine the need for persistent storage mapping (PVC)</a:t>
            </a:r>
          </a:p>
        </p:txBody>
      </p:sp>
      <p:sp>
        <p:nvSpPr>
          <p:cNvPr id="5" name="TextBox 4">
            <a:extLst>
              <a:ext uri="{FF2B5EF4-FFF2-40B4-BE49-F238E27FC236}">
                <a16:creationId xmlns:a16="http://schemas.microsoft.com/office/drawing/2014/main" id="{1AF0A2AF-21EB-9F29-2796-612E2F926C7F}"/>
              </a:ext>
            </a:extLst>
          </p:cNvPr>
          <p:cNvSpPr txBox="1"/>
          <p:nvPr/>
        </p:nvSpPr>
        <p:spPr>
          <a:xfrm>
            <a:off x="6363995" y="4475750"/>
            <a:ext cx="5166392" cy="1200329"/>
          </a:xfrm>
          <a:prstGeom prst="rect">
            <a:avLst/>
          </a:prstGeom>
          <a:noFill/>
        </p:spPr>
        <p:txBody>
          <a:bodyPr wrap="square">
            <a:spAutoFit/>
          </a:bodyPr>
          <a:lstStyle/>
          <a:p>
            <a:r>
              <a:rPr lang="en-US" dirty="0"/>
              <a:t>Ensure correct access and permissions for shared storage, replicate filesystem behavior in OpenShift, and prevent runtime errors due to missing or inaccessible folders.</a:t>
            </a:r>
          </a:p>
        </p:txBody>
      </p:sp>
      <p:sp>
        <p:nvSpPr>
          <p:cNvPr id="6" name="TextBox 5">
            <a:extLst>
              <a:ext uri="{FF2B5EF4-FFF2-40B4-BE49-F238E27FC236}">
                <a16:creationId xmlns:a16="http://schemas.microsoft.com/office/drawing/2014/main" id="{9AFF5CEB-C1B8-6309-3529-A0588062F9C2}"/>
              </a:ext>
            </a:extLst>
          </p:cNvPr>
          <p:cNvSpPr txBox="1"/>
          <p:nvPr/>
        </p:nvSpPr>
        <p:spPr>
          <a:xfrm>
            <a:off x="6363995" y="2063602"/>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85DC054A-C751-8924-22FA-E09C03536CD2}"/>
              </a:ext>
            </a:extLst>
          </p:cNvPr>
          <p:cNvSpPr txBox="1"/>
          <p:nvPr/>
        </p:nvSpPr>
        <p:spPr>
          <a:xfrm>
            <a:off x="6363995" y="4136128"/>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BB701F0C-3409-0F48-2F2C-4CA23C7A427A}"/>
              </a:ext>
            </a:extLst>
          </p:cNvPr>
          <p:cNvSpPr/>
          <p:nvPr/>
        </p:nvSpPr>
        <p:spPr>
          <a:xfrm>
            <a:off x="929719" y="1894654"/>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943777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9DF8-A30F-9EF7-1982-C800C197AEC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15451A6-04BC-8E02-54C8-C679FC0629A7}"/>
              </a:ext>
            </a:extLst>
          </p:cNvPr>
          <p:cNvSpPr>
            <a:spLocks noGrp="1"/>
          </p:cNvSpPr>
          <p:nvPr>
            <p:ph type="body" sz="quarter" idx="28"/>
          </p:nvPr>
        </p:nvSpPr>
        <p:spPr>
          <a:xfrm>
            <a:off x="1404620" y="2586269"/>
            <a:ext cx="9382760" cy="1685461"/>
          </a:xfrm>
        </p:spPr>
        <p:txBody>
          <a:bodyPr/>
          <a:lstStyle/>
          <a:p>
            <a:r>
              <a:rPr lang="fr-FR" sz="6000" dirty="0"/>
              <a:t>Configure Path Mapping</a:t>
            </a:r>
            <a:endParaRPr lang="en-US" sz="6000" dirty="0"/>
          </a:p>
        </p:txBody>
      </p:sp>
    </p:spTree>
    <p:extLst>
      <p:ext uri="{BB962C8B-B14F-4D97-AF65-F5344CB8AC3E}">
        <p14:creationId xmlns:p14="http://schemas.microsoft.com/office/powerpoint/2010/main" val="3941131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A432-04AD-B2E0-B11B-A7F04B66BAE6}"/>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8FAE71B9-5351-138D-D2F2-DFA59E39181E}"/>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4FDDC19D-AF03-8135-E921-5B4128D244E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186FBBE-61EB-43EC-CFB2-6EBF1F437AC5}"/>
              </a:ext>
            </a:extLst>
          </p:cNvPr>
          <p:cNvSpPr txBox="1"/>
          <p:nvPr/>
        </p:nvSpPr>
        <p:spPr>
          <a:xfrm>
            <a:off x="2168433" y="300122"/>
            <a:ext cx="8456023" cy="707886"/>
          </a:xfrm>
          <a:prstGeom prst="rect">
            <a:avLst/>
          </a:prstGeom>
          <a:noFill/>
        </p:spPr>
        <p:txBody>
          <a:bodyPr wrap="square">
            <a:spAutoFit/>
          </a:bodyPr>
          <a:lstStyle/>
          <a:p>
            <a:r>
              <a:rPr lang="fr-FR" sz="4000" dirty="0"/>
              <a:t>Configure Path Mapping</a:t>
            </a:r>
            <a:endParaRPr lang="en-US" sz="4000" dirty="0"/>
          </a:p>
        </p:txBody>
      </p:sp>
      <p:sp>
        <p:nvSpPr>
          <p:cNvPr id="10" name="TextBox 9">
            <a:extLst>
              <a:ext uri="{FF2B5EF4-FFF2-40B4-BE49-F238E27FC236}">
                <a16:creationId xmlns:a16="http://schemas.microsoft.com/office/drawing/2014/main" id="{BAE122D4-9566-B624-3BB6-61A81BF3F40C}"/>
              </a:ext>
            </a:extLst>
          </p:cNvPr>
          <p:cNvSpPr txBox="1"/>
          <p:nvPr/>
        </p:nvSpPr>
        <p:spPr>
          <a:xfrm>
            <a:off x="6411620" y="2330479"/>
            <a:ext cx="5166392" cy="1200329"/>
          </a:xfrm>
          <a:prstGeom prst="rect">
            <a:avLst/>
          </a:prstGeom>
          <a:noFill/>
        </p:spPr>
        <p:txBody>
          <a:bodyPr wrap="square">
            <a:spAutoFit/>
          </a:bodyPr>
          <a:lstStyle/>
          <a:p>
            <a:r>
              <a:rPr lang="en-US" dirty="0"/>
              <a:t>Implement path conversion using </a:t>
            </a:r>
            <a:r>
              <a:rPr lang="en-US" dirty="0" err="1"/>
              <a:t>FileServerUtil</a:t>
            </a:r>
            <a:r>
              <a:rPr lang="en-US" dirty="0"/>
              <a:t> with feature flags (</a:t>
            </a:r>
            <a:r>
              <a:rPr lang="en-US" dirty="0" err="1"/>
              <a:t>pathInDatabaseMode</a:t>
            </a:r>
            <a:r>
              <a:rPr lang="en-US" dirty="0"/>
              <a:t>) to map shared folder paths from network drives to container mount paths at runtime.</a:t>
            </a:r>
          </a:p>
        </p:txBody>
      </p:sp>
      <p:sp>
        <p:nvSpPr>
          <p:cNvPr id="11" name="TextBox 10">
            <a:extLst>
              <a:ext uri="{FF2B5EF4-FFF2-40B4-BE49-F238E27FC236}">
                <a16:creationId xmlns:a16="http://schemas.microsoft.com/office/drawing/2014/main" id="{4E42732F-B1B0-C589-4666-C177F84083C5}"/>
              </a:ext>
            </a:extLst>
          </p:cNvPr>
          <p:cNvSpPr txBox="1"/>
          <p:nvPr/>
        </p:nvSpPr>
        <p:spPr>
          <a:xfrm>
            <a:off x="6411620" y="4456617"/>
            <a:ext cx="5166392" cy="923330"/>
          </a:xfrm>
          <a:prstGeom prst="rect">
            <a:avLst/>
          </a:prstGeom>
          <a:noFill/>
        </p:spPr>
        <p:txBody>
          <a:bodyPr wrap="square">
            <a:spAutoFit/>
          </a:bodyPr>
          <a:lstStyle/>
          <a:p>
            <a:r>
              <a:rPr lang="en-US" dirty="0"/>
              <a:t>Ensures the app reads/writes files correctly in production containers, handling dev vs. converted vs. relative paths consistently.</a:t>
            </a:r>
          </a:p>
        </p:txBody>
      </p:sp>
      <p:sp>
        <p:nvSpPr>
          <p:cNvPr id="12" name="TextBox 11">
            <a:extLst>
              <a:ext uri="{FF2B5EF4-FFF2-40B4-BE49-F238E27FC236}">
                <a16:creationId xmlns:a16="http://schemas.microsoft.com/office/drawing/2014/main" id="{AD478125-C910-7FD7-FEA8-D881AAAFD862}"/>
              </a:ext>
            </a:extLst>
          </p:cNvPr>
          <p:cNvSpPr txBox="1"/>
          <p:nvPr/>
        </p:nvSpPr>
        <p:spPr>
          <a:xfrm>
            <a:off x="6411620" y="1950123"/>
            <a:ext cx="5166392" cy="369332"/>
          </a:xfrm>
          <a:prstGeom prst="rect">
            <a:avLst/>
          </a:prstGeom>
          <a:noFill/>
        </p:spPr>
        <p:txBody>
          <a:bodyPr wrap="square">
            <a:spAutoFit/>
          </a:bodyPr>
          <a:lstStyle/>
          <a:p>
            <a:r>
              <a:rPr lang="en-US" b="1" dirty="0"/>
              <a:t>What</a:t>
            </a:r>
          </a:p>
        </p:txBody>
      </p:sp>
      <p:sp>
        <p:nvSpPr>
          <p:cNvPr id="13" name="TextBox 12">
            <a:extLst>
              <a:ext uri="{FF2B5EF4-FFF2-40B4-BE49-F238E27FC236}">
                <a16:creationId xmlns:a16="http://schemas.microsoft.com/office/drawing/2014/main" id="{20CCA21B-586C-DDFD-2CA7-45A18681D069}"/>
              </a:ext>
            </a:extLst>
          </p:cNvPr>
          <p:cNvSpPr txBox="1"/>
          <p:nvPr/>
        </p:nvSpPr>
        <p:spPr>
          <a:xfrm>
            <a:off x="6411620" y="4116995"/>
            <a:ext cx="5166392" cy="369332"/>
          </a:xfrm>
          <a:prstGeom prst="rect">
            <a:avLst/>
          </a:prstGeom>
          <a:noFill/>
        </p:spPr>
        <p:txBody>
          <a:bodyPr wrap="square">
            <a:spAutoFit/>
          </a:bodyPr>
          <a:lstStyle/>
          <a:p>
            <a:r>
              <a:rPr lang="en-US" b="1" dirty="0"/>
              <a:t>Why</a:t>
            </a:r>
          </a:p>
        </p:txBody>
      </p:sp>
      <p:sp>
        <p:nvSpPr>
          <p:cNvPr id="14" name="Rectangle 13">
            <a:extLst>
              <a:ext uri="{FF2B5EF4-FFF2-40B4-BE49-F238E27FC236}">
                <a16:creationId xmlns:a16="http://schemas.microsoft.com/office/drawing/2014/main" id="{857FB7EC-2D04-769C-5110-14A21AD17E0B}"/>
              </a:ext>
            </a:extLst>
          </p:cNvPr>
          <p:cNvSpPr/>
          <p:nvPr/>
        </p:nvSpPr>
        <p:spPr>
          <a:xfrm>
            <a:off x="977344" y="1781175"/>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26470623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3B619-C7B8-6226-51CD-A935259774E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88F56CE-F400-5DF2-1A14-A9F884D75168}"/>
              </a:ext>
            </a:extLst>
          </p:cNvPr>
          <p:cNvSpPr>
            <a:spLocks noGrp="1"/>
          </p:cNvSpPr>
          <p:nvPr>
            <p:ph type="body" sz="quarter" idx="28"/>
          </p:nvPr>
        </p:nvSpPr>
        <p:spPr>
          <a:xfrm>
            <a:off x="1404620" y="2586269"/>
            <a:ext cx="9382760" cy="1685461"/>
          </a:xfrm>
        </p:spPr>
        <p:txBody>
          <a:bodyPr/>
          <a:lstStyle/>
          <a:p>
            <a:r>
              <a:rPr lang="fr-FR" sz="6000" dirty="0" err="1"/>
              <a:t>Review</a:t>
            </a:r>
            <a:r>
              <a:rPr lang="fr-FR" sz="6000" dirty="0"/>
              <a:t> </a:t>
            </a:r>
            <a:r>
              <a:rPr lang="fr-FR" sz="6000" dirty="0" err="1"/>
              <a:t>Scheduled</a:t>
            </a:r>
            <a:r>
              <a:rPr lang="fr-FR" sz="6000" dirty="0"/>
              <a:t> Jobs</a:t>
            </a:r>
            <a:endParaRPr lang="en-US" sz="6000" dirty="0"/>
          </a:p>
        </p:txBody>
      </p:sp>
    </p:spTree>
    <p:extLst>
      <p:ext uri="{BB962C8B-B14F-4D97-AF65-F5344CB8AC3E}">
        <p14:creationId xmlns:p14="http://schemas.microsoft.com/office/powerpoint/2010/main" val="4032600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BE095-6FAB-17E8-8481-8FC8B296D5B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FE2BCE7D-8123-7A96-6F05-82F522BE43E8}"/>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0644A378-9569-E6FC-A492-0996A34D25FE}"/>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4197491-C527-B754-10F5-233B9C2D1689}"/>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Review Scheduled Jobs</a:t>
            </a:r>
            <a:endParaRPr lang="en-US" sz="4000" dirty="0">
              <a:solidFill>
                <a:prstClr val="black"/>
              </a:solidFill>
              <a:latin typeface="Calibri" panose="020F0502020204030204"/>
            </a:endParaRPr>
          </a:p>
        </p:txBody>
      </p:sp>
      <p:sp>
        <p:nvSpPr>
          <p:cNvPr id="10" name="TextBox 9">
            <a:extLst>
              <a:ext uri="{FF2B5EF4-FFF2-40B4-BE49-F238E27FC236}">
                <a16:creationId xmlns:a16="http://schemas.microsoft.com/office/drawing/2014/main" id="{0823CB49-67D1-94E8-5366-9DFB3849BA8B}"/>
              </a:ext>
            </a:extLst>
          </p:cNvPr>
          <p:cNvSpPr txBox="1"/>
          <p:nvPr/>
        </p:nvSpPr>
        <p:spPr>
          <a:xfrm>
            <a:off x="6497345" y="2425721"/>
            <a:ext cx="5166392" cy="1200329"/>
          </a:xfrm>
          <a:prstGeom prst="rect">
            <a:avLst/>
          </a:prstGeom>
          <a:noFill/>
        </p:spPr>
        <p:txBody>
          <a:bodyPr wrap="square">
            <a:spAutoFit/>
          </a:bodyPr>
          <a:lstStyle/>
          <a:p>
            <a:r>
              <a:rPr lang="en-US" dirty="0"/>
              <a:t>Review scheduled tasks and modify the app to add a config flag (in .config file or environment variable) to enable/disable scheduled jobs, allowing separate deployments for the app and for jobs via Helm Chart.</a:t>
            </a:r>
          </a:p>
        </p:txBody>
      </p:sp>
      <p:sp>
        <p:nvSpPr>
          <p:cNvPr id="11" name="TextBox 10">
            <a:extLst>
              <a:ext uri="{FF2B5EF4-FFF2-40B4-BE49-F238E27FC236}">
                <a16:creationId xmlns:a16="http://schemas.microsoft.com/office/drawing/2014/main" id="{0ABF66F9-65D9-C3FF-8D3D-37111DDE6EC1}"/>
              </a:ext>
            </a:extLst>
          </p:cNvPr>
          <p:cNvSpPr txBox="1"/>
          <p:nvPr/>
        </p:nvSpPr>
        <p:spPr>
          <a:xfrm>
            <a:off x="6497345" y="4679776"/>
            <a:ext cx="5166392" cy="923330"/>
          </a:xfrm>
          <a:prstGeom prst="rect">
            <a:avLst/>
          </a:prstGeom>
          <a:noFill/>
        </p:spPr>
        <p:txBody>
          <a:bodyPr wrap="square">
            <a:spAutoFit/>
          </a:bodyPr>
          <a:lstStyle/>
          <a:p>
            <a:r>
              <a:rPr lang="en-US" dirty="0"/>
              <a:t>Ensures scheduled jobs run independently from the main application, enabling flexible deployment and easier management on OpenShift.</a:t>
            </a:r>
          </a:p>
        </p:txBody>
      </p:sp>
      <p:sp>
        <p:nvSpPr>
          <p:cNvPr id="12" name="TextBox 11">
            <a:extLst>
              <a:ext uri="{FF2B5EF4-FFF2-40B4-BE49-F238E27FC236}">
                <a16:creationId xmlns:a16="http://schemas.microsoft.com/office/drawing/2014/main" id="{5FBF2AE7-DC6E-4314-4CD3-DA3636D58AEA}"/>
              </a:ext>
            </a:extLst>
          </p:cNvPr>
          <p:cNvSpPr txBox="1"/>
          <p:nvPr/>
        </p:nvSpPr>
        <p:spPr>
          <a:xfrm>
            <a:off x="6497345" y="2045365"/>
            <a:ext cx="5166392" cy="369332"/>
          </a:xfrm>
          <a:prstGeom prst="rect">
            <a:avLst/>
          </a:prstGeom>
          <a:noFill/>
        </p:spPr>
        <p:txBody>
          <a:bodyPr wrap="square">
            <a:spAutoFit/>
          </a:bodyPr>
          <a:lstStyle/>
          <a:p>
            <a:r>
              <a:rPr lang="en-US" b="1" dirty="0"/>
              <a:t>What</a:t>
            </a:r>
          </a:p>
        </p:txBody>
      </p:sp>
      <p:sp>
        <p:nvSpPr>
          <p:cNvPr id="13" name="TextBox 12">
            <a:extLst>
              <a:ext uri="{FF2B5EF4-FFF2-40B4-BE49-F238E27FC236}">
                <a16:creationId xmlns:a16="http://schemas.microsoft.com/office/drawing/2014/main" id="{03AB2855-4EDF-234F-998E-135DF49AC45F}"/>
              </a:ext>
            </a:extLst>
          </p:cNvPr>
          <p:cNvSpPr txBox="1"/>
          <p:nvPr/>
        </p:nvSpPr>
        <p:spPr>
          <a:xfrm>
            <a:off x="6497345" y="4340154"/>
            <a:ext cx="5166392" cy="369332"/>
          </a:xfrm>
          <a:prstGeom prst="rect">
            <a:avLst/>
          </a:prstGeom>
          <a:noFill/>
        </p:spPr>
        <p:txBody>
          <a:bodyPr wrap="square">
            <a:spAutoFit/>
          </a:bodyPr>
          <a:lstStyle/>
          <a:p>
            <a:r>
              <a:rPr lang="en-US" b="1" dirty="0"/>
              <a:t>Why</a:t>
            </a:r>
          </a:p>
        </p:txBody>
      </p:sp>
      <p:sp>
        <p:nvSpPr>
          <p:cNvPr id="14" name="Rectangle 13">
            <a:extLst>
              <a:ext uri="{FF2B5EF4-FFF2-40B4-BE49-F238E27FC236}">
                <a16:creationId xmlns:a16="http://schemas.microsoft.com/office/drawing/2014/main" id="{2F349E99-C21A-44A4-DED9-E05BDFB8102E}"/>
              </a:ext>
            </a:extLst>
          </p:cNvPr>
          <p:cNvSpPr/>
          <p:nvPr/>
        </p:nvSpPr>
        <p:spPr>
          <a:xfrm>
            <a:off x="1063069" y="1876417"/>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33338843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61C1E-F092-10FD-5459-318FF610B96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0236F69-0096-F5D8-FD8C-4E5FBAD0618E}"/>
              </a:ext>
            </a:extLst>
          </p:cNvPr>
          <p:cNvSpPr>
            <a:spLocks noGrp="1"/>
          </p:cNvSpPr>
          <p:nvPr>
            <p:ph type="body" sz="quarter" idx="28"/>
          </p:nvPr>
        </p:nvSpPr>
        <p:spPr>
          <a:xfrm>
            <a:off x="1404620" y="2586269"/>
            <a:ext cx="9382760" cy="1685461"/>
          </a:xfrm>
        </p:spPr>
        <p:txBody>
          <a:bodyPr/>
          <a:lstStyle/>
          <a:p>
            <a:r>
              <a:rPr lang="en-US" sz="6000" dirty="0"/>
              <a:t>Switch Application Logging to Console Logging</a:t>
            </a:r>
          </a:p>
        </p:txBody>
      </p:sp>
    </p:spTree>
    <p:extLst>
      <p:ext uri="{BB962C8B-B14F-4D97-AF65-F5344CB8AC3E}">
        <p14:creationId xmlns:p14="http://schemas.microsoft.com/office/powerpoint/2010/main" val="26935844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7E65D-43B8-B614-A1F3-563FFBD3FF2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B0842BD-33D5-30BE-C186-8872E754DF92}"/>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24E1C04-9DA7-31E0-EA37-46D027A45788}"/>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378FB525-3A82-606A-25F6-00C2D431444C}"/>
              </a:ext>
            </a:extLst>
          </p:cNvPr>
          <p:cNvSpPr txBox="1"/>
          <p:nvPr/>
        </p:nvSpPr>
        <p:spPr>
          <a:xfrm>
            <a:off x="2168433" y="300122"/>
            <a:ext cx="8456023" cy="584775"/>
          </a:xfrm>
          <a:prstGeom prst="rect">
            <a:avLst/>
          </a:prstGeom>
          <a:noFill/>
        </p:spPr>
        <p:txBody>
          <a:bodyPr wrap="square">
            <a:spAutoFit/>
          </a:bodyPr>
          <a:lstStyle/>
          <a:p>
            <a:r>
              <a:rPr lang="en-US" sz="3200" dirty="0"/>
              <a:t>Switch Application Logging to Console Logging</a:t>
            </a:r>
          </a:p>
        </p:txBody>
      </p:sp>
      <p:sp>
        <p:nvSpPr>
          <p:cNvPr id="15" name="TextBox 14">
            <a:extLst>
              <a:ext uri="{FF2B5EF4-FFF2-40B4-BE49-F238E27FC236}">
                <a16:creationId xmlns:a16="http://schemas.microsoft.com/office/drawing/2014/main" id="{9CC728F1-3D91-01FC-21A0-EF387C60698A}"/>
              </a:ext>
            </a:extLst>
          </p:cNvPr>
          <p:cNvSpPr txBox="1"/>
          <p:nvPr/>
        </p:nvSpPr>
        <p:spPr>
          <a:xfrm>
            <a:off x="6363995" y="2434839"/>
            <a:ext cx="5166392" cy="923330"/>
          </a:xfrm>
          <a:prstGeom prst="rect">
            <a:avLst/>
          </a:prstGeom>
          <a:noFill/>
        </p:spPr>
        <p:txBody>
          <a:bodyPr wrap="square">
            <a:spAutoFit/>
          </a:bodyPr>
          <a:lstStyle/>
          <a:p>
            <a:r>
              <a:rPr lang="en-US" dirty="0"/>
              <a:t>Configure the app to log to console instead of files so a logging agent can collect logs from pods and send them to a centralized logging system.</a:t>
            </a:r>
          </a:p>
        </p:txBody>
      </p:sp>
      <p:sp>
        <p:nvSpPr>
          <p:cNvPr id="17" name="TextBox 16">
            <a:extLst>
              <a:ext uri="{FF2B5EF4-FFF2-40B4-BE49-F238E27FC236}">
                <a16:creationId xmlns:a16="http://schemas.microsoft.com/office/drawing/2014/main" id="{3E3B862E-B021-A693-273E-B8B406D7881E}"/>
              </a:ext>
            </a:extLst>
          </p:cNvPr>
          <p:cNvSpPr txBox="1"/>
          <p:nvPr/>
        </p:nvSpPr>
        <p:spPr>
          <a:xfrm>
            <a:off x="6363995" y="4325613"/>
            <a:ext cx="5166392" cy="1200329"/>
          </a:xfrm>
          <a:prstGeom prst="rect">
            <a:avLst/>
          </a:prstGeom>
          <a:noFill/>
        </p:spPr>
        <p:txBody>
          <a:bodyPr wrap="square">
            <a:spAutoFit/>
          </a:bodyPr>
          <a:lstStyle/>
          <a:p>
            <a:r>
              <a:rPr lang="en-US" dirty="0"/>
              <a:t>Allows a logging agent (OpenShift) to collect pod logs automatically and forward them to centralized logging system (ELK), ensuring centralized log management for CI/CD environments.</a:t>
            </a:r>
          </a:p>
        </p:txBody>
      </p:sp>
      <p:sp>
        <p:nvSpPr>
          <p:cNvPr id="18" name="TextBox 17">
            <a:extLst>
              <a:ext uri="{FF2B5EF4-FFF2-40B4-BE49-F238E27FC236}">
                <a16:creationId xmlns:a16="http://schemas.microsoft.com/office/drawing/2014/main" id="{67F6B363-4083-72FE-90BA-9FA80E68DF90}"/>
              </a:ext>
            </a:extLst>
          </p:cNvPr>
          <p:cNvSpPr txBox="1"/>
          <p:nvPr/>
        </p:nvSpPr>
        <p:spPr>
          <a:xfrm>
            <a:off x="6363995" y="2054483"/>
            <a:ext cx="5166392" cy="369332"/>
          </a:xfrm>
          <a:prstGeom prst="rect">
            <a:avLst/>
          </a:prstGeom>
          <a:noFill/>
        </p:spPr>
        <p:txBody>
          <a:bodyPr wrap="square">
            <a:spAutoFit/>
          </a:bodyPr>
          <a:lstStyle/>
          <a:p>
            <a:r>
              <a:rPr lang="en-US" b="1" dirty="0"/>
              <a:t>What</a:t>
            </a:r>
          </a:p>
        </p:txBody>
      </p:sp>
      <p:sp>
        <p:nvSpPr>
          <p:cNvPr id="19" name="TextBox 18">
            <a:extLst>
              <a:ext uri="{FF2B5EF4-FFF2-40B4-BE49-F238E27FC236}">
                <a16:creationId xmlns:a16="http://schemas.microsoft.com/office/drawing/2014/main" id="{619D998A-7B6D-CE55-1729-CBC145F86443}"/>
              </a:ext>
            </a:extLst>
          </p:cNvPr>
          <p:cNvSpPr txBox="1"/>
          <p:nvPr/>
        </p:nvSpPr>
        <p:spPr>
          <a:xfrm>
            <a:off x="6363995" y="3985991"/>
            <a:ext cx="5166392" cy="369332"/>
          </a:xfrm>
          <a:prstGeom prst="rect">
            <a:avLst/>
          </a:prstGeom>
          <a:noFill/>
        </p:spPr>
        <p:txBody>
          <a:bodyPr wrap="square">
            <a:spAutoFit/>
          </a:bodyPr>
          <a:lstStyle/>
          <a:p>
            <a:r>
              <a:rPr lang="en-US" b="1" dirty="0"/>
              <a:t>Why</a:t>
            </a:r>
          </a:p>
        </p:txBody>
      </p:sp>
      <p:sp>
        <p:nvSpPr>
          <p:cNvPr id="20" name="Rectangle 19">
            <a:extLst>
              <a:ext uri="{FF2B5EF4-FFF2-40B4-BE49-F238E27FC236}">
                <a16:creationId xmlns:a16="http://schemas.microsoft.com/office/drawing/2014/main" id="{64CD2540-829E-1145-76DC-122CBC973581}"/>
              </a:ext>
            </a:extLst>
          </p:cNvPr>
          <p:cNvSpPr/>
          <p:nvPr/>
        </p:nvSpPr>
        <p:spPr>
          <a:xfrm>
            <a:off x="929719" y="1885535"/>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35657174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191DD-C9A9-7C95-676F-47AA23FDF48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75DFA3-96B6-0765-8E2E-5AF964359610}"/>
              </a:ext>
            </a:extLst>
          </p:cNvPr>
          <p:cNvSpPr>
            <a:spLocks noGrp="1"/>
          </p:cNvSpPr>
          <p:nvPr>
            <p:ph type="body" sz="quarter" idx="28"/>
          </p:nvPr>
        </p:nvSpPr>
        <p:spPr>
          <a:xfrm>
            <a:off x="1404620" y="2586269"/>
            <a:ext cx="9382760" cy="1685461"/>
          </a:xfrm>
        </p:spPr>
        <p:txBody>
          <a:bodyPr/>
          <a:lstStyle/>
          <a:p>
            <a:r>
              <a:rPr lang="en-US" sz="6000" dirty="0"/>
              <a:t>Prepare application configuration override repository</a:t>
            </a:r>
          </a:p>
        </p:txBody>
      </p:sp>
    </p:spTree>
    <p:extLst>
      <p:ext uri="{BB962C8B-B14F-4D97-AF65-F5344CB8AC3E}">
        <p14:creationId xmlns:p14="http://schemas.microsoft.com/office/powerpoint/2010/main" val="22296047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DA6B6-5B79-F7B5-D91A-5FC213057492}"/>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D4A4704F-E4BA-2844-30CA-3D1E604B97F3}"/>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0650D4D9-B8BD-E555-1091-DA1EE7BDEA1C}"/>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485D1A70-5AAC-ED26-B885-56FF31B7A469}"/>
              </a:ext>
            </a:extLst>
          </p:cNvPr>
          <p:cNvSpPr txBox="1"/>
          <p:nvPr/>
        </p:nvSpPr>
        <p:spPr>
          <a:xfrm>
            <a:off x="2168433" y="300122"/>
            <a:ext cx="8456023" cy="646331"/>
          </a:xfrm>
          <a:prstGeom prst="rect">
            <a:avLst/>
          </a:prstGeom>
          <a:noFill/>
        </p:spPr>
        <p:txBody>
          <a:bodyPr wrap="square">
            <a:spAutoFit/>
          </a:bodyPr>
          <a:lstStyle/>
          <a:p>
            <a:r>
              <a:rPr lang="en-US" sz="3600" dirty="0"/>
              <a:t>Create application configuration repository</a:t>
            </a:r>
          </a:p>
        </p:txBody>
      </p:sp>
      <p:pic>
        <p:nvPicPr>
          <p:cNvPr id="7" name="Picture 6">
            <a:extLst>
              <a:ext uri="{FF2B5EF4-FFF2-40B4-BE49-F238E27FC236}">
                <a16:creationId xmlns:a16="http://schemas.microsoft.com/office/drawing/2014/main" id="{8E0FF27F-E0D0-64F4-0142-721CA530D9DD}"/>
              </a:ext>
            </a:extLst>
          </p:cNvPr>
          <p:cNvPicPr>
            <a:picLocks noChangeAspect="1"/>
          </p:cNvPicPr>
          <p:nvPr/>
        </p:nvPicPr>
        <p:blipFill>
          <a:blip r:embed="rId3"/>
          <a:stretch>
            <a:fillRect/>
          </a:stretch>
        </p:blipFill>
        <p:spPr>
          <a:xfrm>
            <a:off x="78823" y="1244033"/>
            <a:ext cx="6539692" cy="5064429"/>
          </a:xfrm>
          <a:prstGeom prst="rect">
            <a:avLst/>
          </a:prstGeom>
        </p:spPr>
      </p:pic>
      <p:sp>
        <p:nvSpPr>
          <p:cNvPr id="9" name="Rectangle 8">
            <a:extLst>
              <a:ext uri="{FF2B5EF4-FFF2-40B4-BE49-F238E27FC236}">
                <a16:creationId xmlns:a16="http://schemas.microsoft.com/office/drawing/2014/main" id="{BFB06BBE-9A18-6D98-85F1-33A008A7B667}"/>
              </a:ext>
            </a:extLst>
          </p:cNvPr>
          <p:cNvSpPr/>
          <p:nvPr/>
        </p:nvSpPr>
        <p:spPr>
          <a:xfrm>
            <a:off x="263433" y="3927928"/>
            <a:ext cx="3753396" cy="2380533"/>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3E19B05-379B-FF44-0B32-605E35C0C1EF}"/>
              </a:ext>
            </a:extLst>
          </p:cNvPr>
          <p:cNvPicPr>
            <a:picLocks noChangeAspect="1"/>
          </p:cNvPicPr>
          <p:nvPr/>
        </p:nvPicPr>
        <p:blipFill>
          <a:blip r:embed="rId4"/>
          <a:stretch>
            <a:fillRect/>
          </a:stretch>
        </p:blipFill>
        <p:spPr>
          <a:xfrm>
            <a:off x="4419153" y="1257296"/>
            <a:ext cx="5999155" cy="5037901"/>
          </a:xfrm>
          <a:prstGeom prst="rect">
            <a:avLst/>
          </a:prstGeom>
        </p:spPr>
      </p:pic>
      <p:sp>
        <p:nvSpPr>
          <p:cNvPr id="14" name="Rectangle 13">
            <a:extLst>
              <a:ext uri="{FF2B5EF4-FFF2-40B4-BE49-F238E27FC236}">
                <a16:creationId xmlns:a16="http://schemas.microsoft.com/office/drawing/2014/main" id="{DC290D47-1C9B-FBC1-CEAB-DCE9F08C97DF}"/>
              </a:ext>
            </a:extLst>
          </p:cNvPr>
          <p:cNvSpPr/>
          <p:nvPr/>
        </p:nvSpPr>
        <p:spPr>
          <a:xfrm>
            <a:off x="4578083" y="2537460"/>
            <a:ext cx="2699017" cy="227701"/>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39119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AB3D4-258A-482B-01F9-B3804AD774A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0EC0FC7-9DBF-8AB6-2F30-8E06EFBCE820}"/>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71EE53E3-78BF-1773-49C3-43319D61EA4D}"/>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4228CA6A-A579-D50D-3266-F8FEDD933622}"/>
              </a:ext>
            </a:extLst>
          </p:cNvPr>
          <p:cNvSpPr txBox="1"/>
          <p:nvPr/>
        </p:nvSpPr>
        <p:spPr>
          <a:xfrm>
            <a:off x="2168433" y="300122"/>
            <a:ext cx="8456023" cy="584775"/>
          </a:xfrm>
          <a:prstGeom prst="rect">
            <a:avLst/>
          </a:prstGeom>
          <a:noFill/>
        </p:spPr>
        <p:txBody>
          <a:bodyPr wrap="square">
            <a:spAutoFit/>
          </a:bodyPr>
          <a:lstStyle/>
          <a:p>
            <a:r>
              <a:rPr lang="en-US" sz="3200" dirty="0"/>
              <a:t>Init application configuration repository</a:t>
            </a:r>
          </a:p>
        </p:txBody>
      </p:sp>
      <p:pic>
        <p:nvPicPr>
          <p:cNvPr id="7" name="Picture 6">
            <a:extLst>
              <a:ext uri="{FF2B5EF4-FFF2-40B4-BE49-F238E27FC236}">
                <a16:creationId xmlns:a16="http://schemas.microsoft.com/office/drawing/2014/main" id="{2FBF2EB7-729D-47CD-F72E-38F90C57F6EE}"/>
              </a:ext>
            </a:extLst>
          </p:cNvPr>
          <p:cNvPicPr>
            <a:picLocks noChangeAspect="1"/>
          </p:cNvPicPr>
          <p:nvPr/>
        </p:nvPicPr>
        <p:blipFill>
          <a:blip r:embed="rId3"/>
          <a:stretch>
            <a:fillRect/>
          </a:stretch>
        </p:blipFill>
        <p:spPr>
          <a:xfrm>
            <a:off x="78823" y="1244033"/>
            <a:ext cx="6539692" cy="5064429"/>
          </a:xfrm>
          <a:prstGeom prst="rect">
            <a:avLst/>
          </a:prstGeom>
        </p:spPr>
      </p:pic>
      <p:sp>
        <p:nvSpPr>
          <p:cNvPr id="9" name="Rectangle 8">
            <a:extLst>
              <a:ext uri="{FF2B5EF4-FFF2-40B4-BE49-F238E27FC236}">
                <a16:creationId xmlns:a16="http://schemas.microsoft.com/office/drawing/2014/main" id="{19FCED36-60E2-F6B6-C581-B3BF1B11BE89}"/>
              </a:ext>
            </a:extLst>
          </p:cNvPr>
          <p:cNvSpPr/>
          <p:nvPr/>
        </p:nvSpPr>
        <p:spPr>
          <a:xfrm>
            <a:off x="263433" y="3927928"/>
            <a:ext cx="3753396" cy="2380533"/>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A7C6121-5D31-D37F-F4F1-DB0D7566D42A}"/>
              </a:ext>
            </a:extLst>
          </p:cNvPr>
          <p:cNvPicPr>
            <a:picLocks noChangeAspect="1"/>
          </p:cNvPicPr>
          <p:nvPr/>
        </p:nvPicPr>
        <p:blipFill>
          <a:blip r:embed="rId4"/>
          <a:stretch>
            <a:fillRect/>
          </a:stretch>
        </p:blipFill>
        <p:spPr>
          <a:xfrm>
            <a:off x="4419153" y="1257296"/>
            <a:ext cx="5999155" cy="5037901"/>
          </a:xfrm>
          <a:prstGeom prst="rect">
            <a:avLst/>
          </a:prstGeom>
        </p:spPr>
      </p:pic>
      <p:pic>
        <p:nvPicPr>
          <p:cNvPr id="13" name="Picture 12">
            <a:extLst>
              <a:ext uri="{FF2B5EF4-FFF2-40B4-BE49-F238E27FC236}">
                <a16:creationId xmlns:a16="http://schemas.microsoft.com/office/drawing/2014/main" id="{E126ABA5-2996-C323-7596-56381064AF47}"/>
              </a:ext>
            </a:extLst>
          </p:cNvPr>
          <p:cNvPicPr>
            <a:picLocks noChangeAspect="1"/>
          </p:cNvPicPr>
          <p:nvPr/>
        </p:nvPicPr>
        <p:blipFill>
          <a:blip r:embed="rId5"/>
          <a:srcRect r="49714"/>
          <a:stretch>
            <a:fillRect/>
          </a:stretch>
        </p:blipFill>
        <p:spPr>
          <a:xfrm>
            <a:off x="7361116" y="2579929"/>
            <a:ext cx="4752061" cy="3715268"/>
          </a:xfrm>
          <a:prstGeom prst="rect">
            <a:avLst/>
          </a:prstGeom>
          <a:ln w="28575">
            <a:solidFill>
              <a:schemeClr val="accent1"/>
            </a:solidFill>
          </a:ln>
        </p:spPr>
      </p:pic>
      <p:sp>
        <p:nvSpPr>
          <p:cNvPr id="14" name="Rectangle 13">
            <a:extLst>
              <a:ext uri="{FF2B5EF4-FFF2-40B4-BE49-F238E27FC236}">
                <a16:creationId xmlns:a16="http://schemas.microsoft.com/office/drawing/2014/main" id="{63235E6C-0DCF-473D-75E6-544C9350C8DC}"/>
              </a:ext>
            </a:extLst>
          </p:cNvPr>
          <p:cNvSpPr/>
          <p:nvPr/>
        </p:nvSpPr>
        <p:spPr>
          <a:xfrm>
            <a:off x="4578083" y="2537460"/>
            <a:ext cx="2699017" cy="227701"/>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21193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A8A7-776D-2B61-42A4-B1A17B2EFDC7}"/>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FBC1B107-27A1-4E87-27F3-4093723517B3}"/>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058D20B2-17B0-8DF3-64C3-DEC10E134A86}"/>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C11FB16-2248-2AF2-3741-EB17262A024A}"/>
              </a:ext>
            </a:extLst>
          </p:cNvPr>
          <p:cNvSpPr txBox="1"/>
          <p:nvPr/>
        </p:nvSpPr>
        <p:spPr>
          <a:xfrm>
            <a:off x="2168433" y="300122"/>
            <a:ext cx="8456023" cy="584775"/>
          </a:xfrm>
          <a:prstGeom prst="rect">
            <a:avLst/>
          </a:prstGeom>
          <a:noFill/>
        </p:spPr>
        <p:txBody>
          <a:bodyPr wrap="square">
            <a:spAutoFit/>
          </a:bodyPr>
          <a:lstStyle/>
          <a:p>
            <a:r>
              <a:rPr lang="en-US" sz="3200" dirty="0"/>
              <a:t>Update application configuration repository</a:t>
            </a:r>
          </a:p>
        </p:txBody>
      </p:sp>
      <p:pic>
        <p:nvPicPr>
          <p:cNvPr id="7" name="Picture 6">
            <a:extLst>
              <a:ext uri="{FF2B5EF4-FFF2-40B4-BE49-F238E27FC236}">
                <a16:creationId xmlns:a16="http://schemas.microsoft.com/office/drawing/2014/main" id="{3960574F-846F-5D96-1446-DBDD8B07C472}"/>
              </a:ext>
            </a:extLst>
          </p:cNvPr>
          <p:cNvPicPr>
            <a:picLocks noChangeAspect="1"/>
          </p:cNvPicPr>
          <p:nvPr/>
        </p:nvPicPr>
        <p:blipFill>
          <a:blip r:embed="rId3"/>
          <a:stretch>
            <a:fillRect/>
          </a:stretch>
        </p:blipFill>
        <p:spPr>
          <a:xfrm>
            <a:off x="78823" y="1244033"/>
            <a:ext cx="6539692" cy="5064429"/>
          </a:xfrm>
          <a:prstGeom prst="rect">
            <a:avLst/>
          </a:prstGeom>
        </p:spPr>
      </p:pic>
      <p:sp>
        <p:nvSpPr>
          <p:cNvPr id="9" name="Rectangle 8">
            <a:extLst>
              <a:ext uri="{FF2B5EF4-FFF2-40B4-BE49-F238E27FC236}">
                <a16:creationId xmlns:a16="http://schemas.microsoft.com/office/drawing/2014/main" id="{0FF4B8CD-2C4C-1F19-AA3F-3D99E4C57A0E}"/>
              </a:ext>
            </a:extLst>
          </p:cNvPr>
          <p:cNvSpPr/>
          <p:nvPr/>
        </p:nvSpPr>
        <p:spPr>
          <a:xfrm>
            <a:off x="263433" y="3927928"/>
            <a:ext cx="3753396" cy="2380533"/>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8307EB7-56AA-16D5-DC0E-9C159FFF970A}"/>
              </a:ext>
            </a:extLst>
          </p:cNvPr>
          <p:cNvPicPr>
            <a:picLocks noChangeAspect="1"/>
          </p:cNvPicPr>
          <p:nvPr/>
        </p:nvPicPr>
        <p:blipFill>
          <a:blip r:embed="rId4"/>
          <a:stretch>
            <a:fillRect/>
          </a:stretch>
        </p:blipFill>
        <p:spPr>
          <a:xfrm>
            <a:off x="4419153" y="1257296"/>
            <a:ext cx="5999155" cy="5037901"/>
          </a:xfrm>
          <a:prstGeom prst="rect">
            <a:avLst/>
          </a:prstGeom>
        </p:spPr>
      </p:pic>
      <p:pic>
        <p:nvPicPr>
          <p:cNvPr id="13" name="Picture 12">
            <a:extLst>
              <a:ext uri="{FF2B5EF4-FFF2-40B4-BE49-F238E27FC236}">
                <a16:creationId xmlns:a16="http://schemas.microsoft.com/office/drawing/2014/main" id="{405FB360-572A-E87D-6F1F-98539733CFF0}"/>
              </a:ext>
            </a:extLst>
          </p:cNvPr>
          <p:cNvPicPr>
            <a:picLocks noChangeAspect="1"/>
          </p:cNvPicPr>
          <p:nvPr/>
        </p:nvPicPr>
        <p:blipFill>
          <a:blip r:embed="rId5"/>
          <a:srcRect r="49714"/>
          <a:stretch>
            <a:fillRect/>
          </a:stretch>
        </p:blipFill>
        <p:spPr>
          <a:xfrm>
            <a:off x="7361116" y="2579929"/>
            <a:ext cx="4752061" cy="3715268"/>
          </a:xfrm>
          <a:prstGeom prst="rect">
            <a:avLst/>
          </a:prstGeom>
          <a:ln w="28575">
            <a:solidFill>
              <a:schemeClr val="accent1"/>
            </a:solidFill>
          </a:ln>
        </p:spPr>
      </p:pic>
      <p:sp>
        <p:nvSpPr>
          <p:cNvPr id="14" name="Rectangle 13">
            <a:extLst>
              <a:ext uri="{FF2B5EF4-FFF2-40B4-BE49-F238E27FC236}">
                <a16:creationId xmlns:a16="http://schemas.microsoft.com/office/drawing/2014/main" id="{B9CD60C8-E6F7-7C75-8FD7-E43D11AF011D}"/>
              </a:ext>
            </a:extLst>
          </p:cNvPr>
          <p:cNvSpPr/>
          <p:nvPr/>
        </p:nvSpPr>
        <p:spPr>
          <a:xfrm>
            <a:off x="4578083" y="2537460"/>
            <a:ext cx="2699017" cy="227701"/>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5062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CDA38-A394-08BD-880E-520F20F41D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BBB6BB9-BE48-485D-9BE6-AD1E1596F832}"/>
              </a:ext>
            </a:extLst>
          </p:cNvPr>
          <p:cNvSpPr>
            <a:spLocks noGrp="1"/>
          </p:cNvSpPr>
          <p:nvPr>
            <p:ph type="body" sz="quarter" idx="28"/>
          </p:nvPr>
        </p:nvSpPr>
        <p:spPr>
          <a:xfrm>
            <a:off x="1404620" y="2586269"/>
            <a:ext cx="9382760" cy="1685461"/>
          </a:xfrm>
        </p:spPr>
        <p:txBody>
          <a:bodyPr/>
          <a:lstStyle/>
          <a:p>
            <a:r>
              <a:rPr lang="en-US" sz="6000" dirty="0"/>
              <a:t>Create GitLab Group Access Token</a:t>
            </a:r>
          </a:p>
        </p:txBody>
      </p:sp>
    </p:spTree>
    <p:extLst>
      <p:ext uri="{BB962C8B-B14F-4D97-AF65-F5344CB8AC3E}">
        <p14:creationId xmlns:p14="http://schemas.microsoft.com/office/powerpoint/2010/main" val="203342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3B980-81EB-7093-FD3D-8E29643F6739}"/>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34FC3B9-3771-AC2D-F450-8115ACFBA69F}"/>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D2109648-E064-00B8-89EF-6EA4F9D26BC4}"/>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4AEFDBC-0E8B-8EBF-D8F7-85473CD9F122}"/>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Create GitLab Group Access Token</a:t>
            </a:r>
            <a:endParaRPr lang="en-US" sz="4000" dirty="0">
              <a:solidFill>
                <a:prstClr val="black"/>
              </a:solidFill>
              <a:latin typeface="Calibri" panose="020F0502020204030204"/>
            </a:endParaRPr>
          </a:p>
        </p:txBody>
      </p:sp>
      <p:sp>
        <p:nvSpPr>
          <p:cNvPr id="4" name="TextBox 3">
            <a:extLst>
              <a:ext uri="{FF2B5EF4-FFF2-40B4-BE49-F238E27FC236}">
                <a16:creationId xmlns:a16="http://schemas.microsoft.com/office/drawing/2014/main" id="{DD91367D-0903-6856-BAD0-845C7245944A}"/>
              </a:ext>
            </a:extLst>
          </p:cNvPr>
          <p:cNvSpPr txBox="1"/>
          <p:nvPr/>
        </p:nvSpPr>
        <p:spPr>
          <a:xfrm>
            <a:off x="3296030" y="4672246"/>
            <a:ext cx="5599939" cy="369332"/>
          </a:xfrm>
          <a:prstGeom prst="rect">
            <a:avLst/>
          </a:prstGeom>
          <a:noFill/>
        </p:spPr>
        <p:txBody>
          <a:bodyPr wrap="square">
            <a:spAutoFit/>
          </a:bodyPr>
          <a:lstStyle/>
          <a:p>
            <a:pPr algn="ctr"/>
            <a:r>
              <a:rPr lang="en-US" b="0" i="0" dirty="0">
                <a:effectLst/>
                <a:latin typeface="Segoe UI Symbol" panose="020B0502040204020203" pitchFamily="34" charset="0"/>
              </a:rPr>
              <a:t>Guideline_Create_GitLab_Group_Access_Token.pdf</a:t>
            </a:r>
            <a:endParaRPr lang="vi-VN" b="0" i="0" dirty="0">
              <a:effectLst/>
              <a:latin typeface="Segoe UI Symbol" panose="020B0502040204020203" pitchFamily="34" charset="0"/>
            </a:endParaRPr>
          </a:p>
        </p:txBody>
      </p:sp>
      <p:pic>
        <p:nvPicPr>
          <p:cNvPr id="6146" name="Picture 2" descr="Adobe Pdf Vector Art, Icons, and Graphics for Free Download">
            <a:extLst>
              <a:ext uri="{FF2B5EF4-FFF2-40B4-BE49-F238E27FC236}">
                <a16:creationId xmlns:a16="http://schemas.microsoft.com/office/drawing/2014/main" id="{28BFA153-A5CB-3B2D-C417-9F0682E6F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8538" y="1797322"/>
            <a:ext cx="2874924" cy="287492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E93A824-158E-F9E8-079A-D729145D77E5}"/>
              </a:ext>
            </a:extLst>
          </p:cNvPr>
          <p:cNvSpPr txBox="1"/>
          <p:nvPr/>
        </p:nvSpPr>
        <p:spPr>
          <a:xfrm>
            <a:off x="3296030" y="5203741"/>
            <a:ext cx="5599939" cy="369332"/>
          </a:xfrm>
          <a:prstGeom prst="rect">
            <a:avLst/>
          </a:prstGeom>
          <a:noFill/>
        </p:spPr>
        <p:txBody>
          <a:bodyPr wrap="square">
            <a:spAutoFit/>
          </a:bodyPr>
          <a:lstStyle/>
          <a:p>
            <a:pPr algn="ctr"/>
            <a:r>
              <a:rPr lang="en-US" b="0" i="0" dirty="0" err="1">
                <a:solidFill>
                  <a:srgbClr val="C00000"/>
                </a:solidFill>
                <a:effectLst/>
                <a:latin typeface="Segoe UI Symbol" panose="020B0502040204020203" pitchFamily="34" charset="0"/>
              </a:rPr>
              <a:t>Chưa</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tồn</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tại</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cần</a:t>
            </a:r>
            <a:r>
              <a:rPr lang="en-US" b="0" i="0" dirty="0">
                <a:solidFill>
                  <a:srgbClr val="C00000"/>
                </a:solidFill>
                <a:effectLst/>
                <a:latin typeface="Segoe UI Symbol" panose="020B0502040204020203" pitchFamily="34" charset="0"/>
              </a:rPr>
              <a:t> develop</a:t>
            </a:r>
            <a:endParaRPr lang="vi-VN" b="0" i="0" dirty="0">
              <a:solidFill>
                <a:srgbClr val="C00000"/>
              </a:solidFill>
              <a:effectLst/>
              <a:latin typeface="Segoe UI Symbol" panose="020B0502040204020203" pitchFamily="34" charset="0"/>
            </a:endParaRPr>
          </a:p>
        </p:txBody>
      </p:sp>
    </p:spTree>
    <p:extLst>
      <p:ext uri="{BB962C8B-B14F-4D97-AF65-F5344CB8AC3E}">
        <p14:creationId xmlns:p14="http://schemas.microsoft.com/office/powerpoint/2010/main" val="1500222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D360F-0F9A-DB28-4CE0-888F8596417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A749139-2505-19CE-8FE6-F1ACA41CF91E}"/>
              </a:ext>
            </a:extLst>
          </p:cNvPr>
          <p:cNvSpPr>
            <a:spLocks noGrp="1"/>
          </p:cNvSpPr>
          <p:nvPr>
            <p:ph type="body" sz="quarter" idx="28"/>
          </p:nvPr>
        </p:nvSpPr>
        <p:spPr>
          <a:xfrm>
            <a:off x="1404620" y="2586269"/>
            <a:ext cx="9382760" cy="1685461"/>
          </a:xfrm>
        </p:spPr>
        <p:txBody>
          <a:bodyPr/>
          <a:lstStyle/>
          <a:p>
            <a:r>
              <a:rPr lang="en-US" sz="6000" dirty="0"/>
              <a:t>Manage Artifact Registry Projects &amp; Permissions</a:t>
            </a:r>
          </a:p>
        </p:txBody>
      </p:sp>
    </p:spTree>
    <p:extLst>
      <p:ext uri="{BB962C8B-B14F-4D97-AF65-F5344CB8AC3E}">
        <p14:creationId xmlns:p14="http://schemas.microsoft.com/office/powerpoint/2010/main" val="13074660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0ACC3-6427-EA4D-2BDD-18997D16C21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50EAD22-B09B-F358-9635-8345A16196F1}"/>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DF630EB9-AEFA-319D-8781-B97A087BDF8B}"/>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680296D-CC2F-962B-FB11-8DD86D2715D9}"/>
              </a:ext>
            </a:extLst>
          </p:cNvPr>
          <p:cNvSpPr txBox="1"/>
          <p:nvPr/>
        </p:nvSpPr>
        <p:spPr>
          <a:xfrm>
            <a:off x="2168433" y="300122"/>
            <a:ext cx="8456023" cy="584775"/>
          </a:xfrm>
          <a:prstGeom prst="rect">
            <a:avLst/>
          </a:prstGeom>
          <a:noFill/>
        </p:spPr>
        <p:txBody>
          <a:bodyPr wrap="square">
            <a:spAutoFit/>
          </a:bodyPr>
          <a:lstStyle/>
          <a:p>
            <a:r>
              <a:rPr lang="en-US" sz="3200" dirty="0"/>
              <a:t>Manage Artifact Registry Projects &amp; Permissions</a:t>
            </a:r>
          </a:p>
        </p:txBody>
      </p:sp>
      <p:sp>
        <p:nvSpPr>
          <p:cNvPr id="2" name="TextBox 1">
            <a:extLst>
              <a:ext uri="{FF2B5EF4-FFF2-40B4-BE49-F238E27FC236}">
                <a16:creationId xmlns:a16="http://schemas.microsoft.com/office/drawing/2014/main" id="{C2168499-9528-1DE8-E849-74676E7E4DED}"/>
              </a:ext>
            </a:extLst>
          </p:cNvPr>
          <p:cNvSpPr txBox="1"/>
          <p:nvPr/>
        </p:nvSpPr>
        <p:spPr>
          <a:xfrm>
            <a:off x="3296030" y="4672246"/>
            <a:ext cx="5599939" cy="369332"/>
          </a:xfrm>
          <a:prstGeom prst="rect">
            <a:avLst/>
          </a:prstGeom>
          <a:noFill/>
        </p:spPr>
        <p:txBody>
          <a:bodyPr wrap="square">
            <a:spAutoFit/>
          </a:bodyPr>
          <a:lstStyle/>
          <a:p>
            <a:pPr algn="ctr"/>
            <a:r>
              <a:rPr lang="en-US" b="0" i="0" dirty="0">
                <a:effectLst/>
                <a:latin typeface="Segoe UI Symbol" panose="020B0502040204020203" pitchFamily="34" charset="0"/>
              </a:rPr>
              <a:t>Guideline_Create_Harbor_Project_Permissions.pdf</a:t>
            </a:r>
            <a:endParaRPr lang="vi-VN" b="0" i="0" dirty="0">
              <a:effectLst/>
              <a:latin typeface="Segoe UI Symbol" panose="020B0502040204020203" pitchFamily="34" charset="0"/>
            </a:endParaRPr>
          </a:p>
        </p:txBody>
      </p:sp>
      <p:pic>
        <p:nvPicPr>
          <p:cNvPr id="5" name="Picture 2" descr="Adobe Pdf Vector Art, Icons, and Graphics for Free Download">
            <a:extLst>
              <a:ext uri="{FF2B5EF4-FFF2-40B4-BE49-F238E27FC236}">
                <a16:creationId xmlns:a16="http://schemas.microsoft.com/office/drawing/2014/main" id="{11952837-785D-F877-4834-9E6C26E48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8538" y="1797322"/>
            <a:ext cx="2874924" cy="28749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39190EB-0B8F-E64B-3EB5-843E9CDD5050}"/>
              </a:ext>
            </a:extLst>
          </p:cNvPr>
          <p:cNvSpPr txBox="1"/>
          <p:nvPr/>
        </p:nvSpPr>
        <p:spPr>
          <a:xfrm>
            <a:off x="3296030" y="5203741"/>
            <a:ext cx="5599939" cy="369332"/>
          </a:xfrm>
          <a:prstGeom prst="rect">
            <a:avLst/>
          </a:prstGeom>
          <a:noFill/>
        </p:spPr>
        <p:txBody>
          <a:bodyPr wrap="square">
            <a:spAutoFit/>
          </a:bodyPr>
          <a:lstStyle/>
          <a:p>
            <a:pPr algn="ctr"/>
            <a:r>
              <a:rPr lang="en-US" b="0" i="0" dirty="0" err="1">
                <a:solidFill>
                  <a:srgbClr val="C00000"/>
                </a:solidFill>
                <a:effectLst/>
                <a:latin typeface="Segoe UI Symbol" panose="020B0502040204020203" pitchFamily="34" charset="0"/>
              </a:rPr>
              <a:t>Chưa</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tồn</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tại</a:t>
            </a:r>
            <a:r>
              <a:rPr lang="en-US" b="0" i="0" dirty="0">
                <a:solidFill>
                  <a:srgbClr val="C00000"/>
                </a:solidFill>
                <a:effectLst/>
                <a:latin typeface="Segoe UI Symbol" panose="020B0502040204020203" pitchFamily="34" charset="0"/>
              </a:rPr>
              <a:t>, </a:t>
            </a:r>
            <a:r>
              <a:rPr lang="en-US" b="0" i="0" dirty="0" err="1">
                <a:solidFill>
                  <a:srgbClr val="C00000"/>
                </a:solidFill>
                <a:effectLst/>
                <a:latin typeface="Segoe UI Symbol" panose="020B0502040204020203" pitchFamily="34" charset="0"/>
              </a:rPr>
              <a:t>cần</a:t>
            </a:r>
            <a:r>
              <a:rPr lang="en-US" b="0" i="0" dirty="0">
                <a:solidFill>
                  <a:srgbClr val="C00000"/>
                </a:solidFill>
                <a:effectLst/>
                <a:latin typeface="Segoe UI Symbol" panose="020B0502040204020203" pitchFamily="34" charset="0"/>
              </a:rPr>
              <a:t> develop</a:t>
            </a:r>
            <a:endParaRPr lang="vi-VN" b="0" i="0" dirty="0">
              <a:solidFill>
                <a:srgbClr val="C00000"/>
              </a:solidFill>
              <a:effectLst/>
              <a:latin typeface="Segoe UI Symbol" panose="020B0502040204020203" pitchFamily="34" charset="0"/>
            </a:endParaRPr>
          </a:p>
        </p:txBody>
      </p:sp>
    </p:spTree>
    <p:extLst>
      <p:ext uri="{BB962C8B-B14F-4D97-AF65-F5344CB8AC3E}">
        <p14:creationId xmlns:p14="http://schemas.microsoft.com/office/powerpoint/2010/main" val="30595459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E4A3E-557B-D4C7-56E5-841BE2DC0AF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8C51129-699D-2812-18F8-BAA98CC3A4FE}"/>
              </a:ext>
            </a:extLst>
          </p:cNvPr>
          <p:cNvSpPr>
            <a:spLocks noGrp="1"/>
          </p:cNvSpPr>
          <p:nvPr>
            <p:ph type="body" sz="quarter" idx="28"/>
          </p:nvPr>
        </p:nvSpPr>
        <p:spPr>
          <a:xfrm>
            <a:off x="1404620" y="2586269"/>
            <a:ext cx="9382760" cy="1685461"/>
          </a:xfrm>
        </p:spPr>
        <p:txBody>
          <a:bodyPr/>
          <a:lstStyle/>
          <a:p>
            <a:r>
              <a:rPr lang="en-US" sz="6000" dirty="0"/>
              <a:t>Configure GitLab CI Runner &amp; Variables</a:t>
            </a:r>
          </a:p>
        </p:txBody>
      </p:sp>
    </p:spTree>
    <p:extLst>
      <p:ext uri="{BB962C8B-B14F-4D97-AF65-F5344CB8AC3E}">
        <p14:creationId xmlns:p14="http://schemas.microsoft.com/office/powerpoint/2010/main" val="7418593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1289B-96A6-EC41-16B3-7600B614763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C1C3445-2F50-9295-9D3C-2675619FECAF}"/>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24A2671C-A8CF-43FC-4055-146DFAFEEDB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FA568B49-DDEA-FEAC-9B5F-11AB5C884845}"/>
              </a:ext>
            </a:extLst>
          </p:cNvPr>
          <p:cNvSpPr txBox="1"/>
          <p:nvPr/>
        </p:nvSpPr>
        <p:spPr>
          <a:xfrm>
            <a:off x="2168433" y="300122"/>
            <a:ext cx="8456023" cy="707886"/>
          </a:xfrm>
          <a:prstGeom prst="rect">
            <a:avLst/>
          </a:prstGeom>
          <a:noFill/>
        </p:spPr>
        <p:txBody>
          <a:bodyPr wrap="square">
            <a:spAutoFit/>
          </a:bodyPr>
          <a:lstStyle/>
          <a:p>
            <a:r>
              <a:rPr lang="en-US" sz="4000" dirty="0"/>
              <a:t>Configure GitLab CI Runner &amp; Variables</a:t>
            </a:r>
          </a:p>
        </p:txBody>
      </p:sp>
      <p:sp>
        <p:nvSpPr>
          <p:cNvPr id="2" name="TextBox 1">
            <a:hlinkClick r:id="rId3"/>
            <a:extLst>
              <a:ext uri="{FF2B5EF4-FFF2-40B4-BE49-F238E27FC236}">
                <a16:creationId xmlns:a16="http://schemas.microsoft.com/office/drawing/2014/main" id="{FC1A2947-FA23-5806-D6AD-223209523053}"/>
              </a:ext>
            </a:extLst>
          </p:cNvPr>
          <p:cNvSpPr txBox="1"/>
          <p:nvPr/>
        </p:nvSpPr>
        <p:spPr>
          <a:xfrm>
            <a:off x="2541293" y="4672246"/>
            <a:ext cx="7109411" cy="369332"/>
          </a:xfrm>
          <a:prstGeom prst="rect">
            <a:avLst/>
          </a:prstGeom>
          <a:noFill/>
        </p:spPr>
        <p:txBody>
          <a:bodyPr wrap="square">
            <a:spAutoFit/>
          </a:bodyPr>
          <a:lstStyle/>
          <a:p>
            <a:pPr algn="ctr"/>
            <a:r>
              <a:rPr lang="en-US" dirty="0">
                <a:latin typeface="Segoe UI Symbol" panose="020B0502040204020203" pitchFamily="34" charset="0"/>
              </a:rPr>
              <a:t>[Guideline]_Implementation_Gitlab_Security_Quality_Review.pdf</a:t>
            </a:r>
            <a:endParaRPr lang="vi-VN" b="0" i="0" dirty="0">
              <a:effectLst/>
              <a:latin typeface="Segoe UI Symbol" panose="020B0502040204020203" pitchFamily="34" charset="0"/>
            </a:endParaRPr>
          </a:p>
        </p:txBody>
      </p:sp>
      <p:pic>
        <p:nvPicPr>
          <p:cNvPr id="5" name="Picture 2" descr="Adobe Pdf Vector Art, Icons, and Graphics for Free Download">
            <a:extLst>
              <a:ext uri="{FF2B5EF4-FFF2-40B4-BE49-F238E27FC236}">
                <a16:creationId xmlns:a16="http://schemas.microsoft.com/office/drawing/2014/main" id="{B6852AC2-F54F-AB13-A4A8-D0849304DB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538" y="1797322"/>
            <a:ext cx="2874924" cy="28749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F452D56-BA75-9F8E-9440-57D05DCB24F9}"/>
              </a:ext>
            </a:extLst>
          </p:cNvPr>
          <p:cNvSpPr txBox="1"/>
          <p:nvPr/>
        </p:nvSpPr>
        <p:spPr>
          <a:xfrm>
            <a:off x="2960140" y="5248153"/>
            <a:ext cx="6271716" cy="369332"/>
          </a:xfrm>
          <a:prstGeom prst="rect">
            <a:avLst/>
          </a:prstGeom>
          <a:noFill/>
        </p:spPr>
        <p:txBody>
          <a:bodyPr wrap="square">
            <a:spAutoFit/>
          </a:bodyPr>
          <a:lstStyle/>
          <a:p>
            <a:pPr algn="ctr"/>
            <a:r>
              <a:rPr lang="en-US" dirty="0">
                <a:solidFill>
                  <a:schemeClr val="accent6">
                    <a:lumMod val="75000"/>
                  </a:schemeClr>
                </a:solidFill>
                <a:latin typeface="Segoe UI Symbol" panose="020B0502040204020203" pitchFamily="34" charset="0"/>
              </a:rPr>
              <a:t>Section: Install and register GitLab Runner for each project</a:t>
            </a:r>
            <a:endParaRPr lang="vi-VN" b="0" i="0" dirty="0">
              <a:solidFill>
                <a:schemeClr val="accent6">
                  <a:lumMod val="75000"/>
                </a:schemeClr>
              </a:solidFill>
              <a:effectLst/>
              <a:latin typeface="Segoe UI Symbol" panose="020B0502040204020203" pitchFamily="34" charset="0"/>
            </a:endParaRPr>
          </a:p>
        </p:txBody>
      </p:sp>
    </p:spTree>
    <p:extLst>
      <p:ext uri="{BB962C8B-B14F-4D97-AF65-F5344CB8AC3E}">
        <p14:creationId xmlns:p14="http://schemas.microsoft.com/office/powerpoint/2010/main" val="26711925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A0F69-9A08-1F7D-37AE-0EB4D79D29D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25C5868-00B5-4BFA-74A3-9C78B59D5404}"/>
              </a:ext>
            </a:extLst>
          </p:cNvPr>
          <p:cNvSpPr>
            <a:spLocks noGrp="1"/>
          </p:cNvSpPr>
          <p:nvPr>
            <p:ph type="body" sz="quarter" idx="28"/>
          </p:nvPr>
        </p:nvSpPr>
        <p:spPr>
          <a:xfrm>
            <a:off x="1404620" y="3217640"/>
            <a:ext cx="9382760" cy="1685461"/>
          </a:xfrm>
        </p:spPr>
        <p:txBody>
          <a:bodyPr/>
          <a:lstStyle/>
          <a:p>
            <a:r>
              <a:rPr lang="fr-FR" sz="6000" dirty="0" err="1"/>
              <a:t>Build</a:t>
            </a:r>
            <a:r>
              <a:rPr lang="fr-FR" sz="6000" dirty="0"/>
              <a:t> Application </a:t>
            </a:r>
            <a:r>
              <a:rPr lang="fr-FR" sz="6000" dirty="0" err="1"/>
              <a:t>Artifacts</a:t>
            </a:r>
            <a:endParaRPr lang="en-US" sz="6000" dirty="0"/>
          </a:p>
        </p:txBody>
      </p:sp>
      <p:pic>
        <p:nvPicPr>
          <p:cNvPr id="2054" name="Picture 6" descr="Docker Hub: Centralized management of Docker images">
            <a:extLst>
              <a:ext uri="{FF2B5EF4-FFF2-40B4-BE49-F238E27FC236}">
                <a16:creationId xmlns:a16="http://schemas.microsoft.com/office/drawing/2014/main" id="{4FEEEA75-F7F4-C184-D73D-1088EBB69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6804" y="1809174"/>
            <a:ext cx="1278391" cy="127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0270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BC51-E004-C501-D61D-28A4FF90B284}"/>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06B67EC-BEA3-E6E3-9E0E-6785D4C20201}"/>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86B2FCD-1094-E687-74F0-E4229BEA32B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F49CCDED-2F6C-2BE8-B6FE-CDE0E2CAE854}"/>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Build Application Container</a:t>
            </a:r>
            <a:endParaRPr lang="en-US" sz="4000" dirty="0">
              <a:solidFill>
                <a:prstClr val="black"/>
              </a:solidFill>
              <a:latin typeface="Calibri" panose="020F0502020204030204"/>
            </a:endParaRPr>
          </a:p>
        </p:txBody>
      </p:sp>
      <p:grpSp>
        <p:nvGrpSpPr>
          <p:cNvPr id="28" name="Group 27">
            <a:extLst>
              <a:ext uri="{FF2B5EF4-FFF2-40B4-BE49-F238E27FC236}">
                <a16:creationId xmlns:a16="http://schemas.microsoft.com/office/drawing/2014/main" id="{1DBBEE50-3E5D-C2A6-3FC2-85DAF146122C}"/>
              </a:ext>
            </a:extLst>
          </p:cNvPr>
          <p:cNvGrpSpPr/>
          <p:nvPr/>
        </p:nvGrpSpPr>
        <p:grpSpPr>
          <a:xfrm>
            <a:off x="8221185" y="1231829"/>
            <a:ext cx="3760358" cy="4824398"/>
            <a:chOff x="8068785" y="1208755"/>
            <a:chExt cx="3760358" cy="4824398"/>
          </a:xfrm>
        </p:grpSpPr>
        <p:sp>
          <p:nvSpPr>
            <p:cNvPr id="26" name="TextBox 25">
              <a:extLst>
                <a:ext uri="{FF2B5EF4-FFF2-40B4-BE49-F238E27FC236}">
                  <a16:creationId xmlns:a16="http://schemas.microsoft.com/office/drawing/2014/main" id="{8FA107A0-0111-9034-AAFE-C647D72A7B07}"/>
                </a:ext>
              </a:extLst>
            </p:cNvPr>
            <p:cNvSpPr txBox="1"/>
            <p:nvPr/>
          </p:nvSpPr>
          <p:spPr>
            <a:xfrm>
              <a:off x="8068785" y="1208755"/>
              <a:ext cx="3760358" cy="4824398"/>
            </a:xfrm>
            <a:prstGeom prst="rect">
              <a:avLst/>
            </a:prstGeom>
            <a:noFill/>
            <a:ln>
              <a:solidFill>
                <a:schemeClr val="tx1"/>
              </a:solidFill>
            </a:ln>
          </p:spPr>
          <p:txBody>
            <a:bodyPr wrap="square">
              <a:spAutoFit/>
            </a:bodyPr>
            <a:lstStyle/>
            <a:p>
              <a:r>
                <a:rPr lang="en-US" sz="750" b="1" dirty="0">
                  <a:solidFill>
                    <a:srgbClr val="C00000"/>
                  </a:solidFill>
                </a:rPr>
                <a:t># -------------------</a:t>
              </a:r>
            </a:p>
            <a:p>
              <a:r>
                <a:rPr lang="en-US" sz="750" b="1" dirty="0">
                  <a:solidFill>
                    <a:srgbClr val="C00000"/>
                  </a:solidFill>
                </a:rPr>
                <a:t># 1. Build stage</a:t>
              </a:r>
            </a:p>
            <a:p>
              <a:r>
                <a:rPr lang="en-US" sz="750" b="1" dirty="0">
                  <a:solidFill>
                    <a:srgbClr val="C00000"/>
                  </a:solidFill>
                </a:rPr>
                <a:t># -------------------</a:t>
              </a:r>
            </a:p>
            <a:p>
              <a:r>
                <a:rPr lang="en-US" sz="750" dirty="0"/>
                <a:t>FROM &lt;build-base-image&gt; AS build</a:t>
              </a:r>
            </a:p>
            <a:p>
              <a:endParaRPr lang="en-US" sz="750" dirty="0"/>
            </a:p>
            <a:p>
              <a:r>
                <a:rPr lang="en-US" sz="750" b="1" dirty="0"/>
                <a:t># Set working directory</a:t>
              </a:r>
            </a:p>
            <a:p>
              <a:r>
                <a:rPr lang="en-US" sz="750" dirty="0"/>
                <a:t>WORKDIR &lt;build-</a:t>
              </a:r>
              <a:r>
                <a:rPr lang="en-US" sz="750" dirty="0" err="1"/>
                <a:t>dir</a:t>
              </a:r>
              <a:r>
                <a:rPr lang="en-US" sz="750" dirty="0"/>
                <a:t>&gt;</a:t>
              </a:r>
            </a:p>
            <a:p>
              <a:endParaRPr lang="en-US" sz="750" dirty="0"/>
            </a:p>
            <a:p>
              <a:r>
                <a:rPr lang="en-US" sz="750" b="1" dirty="0"/>
                <a:t># Copy project files</a:t>
              </a:r>
            </a:p>
            <a:p>
              <a:r>
                <a:rPr lang="en-US" sz="750" dirty="0"/>
                <a:t>COPY &lt;project-config-files&gt; .</a:t>
              </a:r>
            </a:p>
            <a:p>
              <a:r>
                <a:rPr lang="en-US" sz="750" dirty="0"/>
                <a:t>COPY &lt;source-code-</a:t>
              </a:r>
              <a:r>
                <a:rPr lang="en-US" sz="750" dirty="0" err="1"/>
                <a:t>dir</a:t>
              </a:r>
              <a:r>
                <a:rPr lang="en-US" sz="750" dirty="0"/>
                <a:t>&gt; &lt;target-</a:t>
              </a:r>
              <a:r>
                <a:rPr lang="en-US" sz="750" dirty="0" err="1"/>
                <a:t>dir</a:t>
              </a:r>
              <a:r>
                <a:rPr lang="en-US" sz="750" dirty="0"/>
                <a:t>-in-container&gt;</a:t>
              </a:r>
            </a:p>
            <a:p>
              <a:endParaRPr lang="en-US" sz="750" dirty="0"/>
            </a:p>
            <a:p>
              <a:r>
                <a:rPr lang="en-US" sz="750" b="1" dirty="0"/>
                <a:t># Optional: copy build settings (maven/</a:t>
              </a:r>
              <a:r>
                <a:rPr lang="en-US" sz="750" b="1" dirty="0" err="1"/>
                <a:t>gradle</a:t>
              </a:r>
              <a:r>
                <a:rPr lang="en-US" sz="750" b="1" dirty="0"/>
                <a:t>/</a:t>
              </a:r>
              <a:r>
                <a:rPr lang="en-US" sz="750" b="1" dirty="0" err="1"/>
                <a:t>npm</a:t>
              </a:r>
              <a:r>
                <a:rPr lang="en-US" sz="750" b="1" dirty="0"/>
                <a:t>)</a:t>
              </a:r>
            </a:p>
            <a:p>
              <a:r>
                <a:rPr lang="en-US" sz="750" dirty="0"/>
                <a:t>COPY &lt;build-settings-file&gt; &lt;container-settings-path&gt;</a:t>
              </a:r>
            </a:p>
            <a:p>
              <a:endParaRPr lang="en-US" sz="750" dirty="0"/>
            </a:p>
            <a:p>
              <a:r>
                <a:rPr lang="en-US" sz="750" b="1" dirty="0"/>
                <a:t># Build project (compile/package)</a:t>
              </a:r>
            </a:p>
            <a:p>
              <a:r>
                <a:rPr lang="en-US" sz="750" dirty="0"/>
                <a:t>RUN &lt;build-command&gt; --options &lt;skip-tests-or-docs&gt; --cache &lt;optional-cache-</a:t>
              </a:r>
              <a:r>
                <a:rPr lang="en-US" sz="750" dirty="0" err="1"/>
                <a:t>dir</a:t>
              </a:r>
              <a:r>
                <a:rPr lang="en-US" sz="750" dirty="0"/>
                <a:t>&gt;</a:t>
              </a:r>
            </a:p>
            <a:p>
              <a:endParaRPr lang="en-US" sz="750" dirty="0">
                <a:solidFill>
                  <a:srgbClr val="C00000"/>
                </a:solidFill>
              </a:endParaRPr>
            </a:p>
            <a:p>
              <a:r>
                <a:rPr lang="en-US" sz="750" b="1" dirty="0">
                  <a:solidFill>
                    <a:srgbClr val="C00000"/>
                  </a:solidFill>
                </a:rPr>
                <a:t># -------------------</a:t>
              </a:r>
            </a:p>
            <a:p>
              <a:r>
                <a:rPr lang="en-US" sz="750" b="1" dirty="0">
                  <a:solidFill>
                    <a:srgbClr val="C00000"/>
                  </a:solidFill>
                </a:rPr>
                <a:t># 2. Runtime stage</a:t>
              </a:r>
            </a:p>
            <a:p>
              <a:r>
                <a:rPr lang="en-US" sz="750" b="1" dirty="0">
                  <a:solidFill>
                    <a:srgbClr val="C00000"/>
                  </a:solidFill>
                </a:rPr>
                <a:t># -------------------</a:t>
              </a:r>
            </a:p>
            <a:p>
              <a:r>
                <a:rPr lang="en-US" sz="750" dirty="0"/>
                <a:t>FROM &lt;runtime-base-image&gt;</a:t>
              </a:r>
            </a:p>
            <a:p>
              <a:endParaRPr lang="en-US" sz="750" dirty="0"/>
            </a:p>
            <a:p>
              <a:r>
                <a:rPr lang="en-US" sz="750" b="1" dirty="0"/>
                <a:t># Set working directory</a:t>
              </a:r>
            </a:p>
            <a:p>
              <a:r>
                <a:rPr lang="en-US" sz="750" dirty="0"/>
                <a:t>WORKDIR &lt;runtime-</a:t>
              </a:r>
              <a:r>
                <a:rPr lang="en-US" sz="750" dirty="0" err="1"/>
                <a:t>dir</a:t>
              </a:r>
              <a:r>
                <a:rPr lang="en-US" sz="750" dirty="0"/>
                <a:t>&gt;</a:t>
              </a:r>
            </a:p>
            <a:p>
              <a:endParaRPr lang="en-US" sz="750" dirty="0"/>
            </a:p>
            <a:p>
              <a:r>
                <a:rPr lang="en-US" sz="750" b="1" dirty="0"/>
                <a:t># Set environment variables</a:t>
              </a:r>
            </a:p>
            <a:p>
              <a:r>
                <a:rPr lang="en-US" sz="750" dirty="0"/>
                <a:t>ENV &lt;APP_ENV_VAR_1&gt;=&lt;value&gt;</a:t>
              </a:r>
            </a:p>
            <a:p>
              <a:r>
                <a:rPr lang="en-US" sz="750" dirty="0"/>
                <a:t>ENV &lt;APP_ENV_VAR_2&gt;=&lt;value&gt;</a:t>
              </a:r>
            </a:p>
            <a:p>
              <a:r>
                <a:rPr lang="en-US" sz="750" dirty="0"/>
                <a:t>ENV &lt;APP_JAR_OR_BINARY&gt;=&lt;artifact-name&gt;</a:t>
              </a:r>
            </a:p>
            <a:p>
              <a:r>
                <a:rPr lang="en-US" sz="750" dirty="0"/>
                <a:t>ENV &lt;APP_OPTS&gt;=&lt;runtime-options&gt;</a:t>
              </a:r>
            </a:p>
            <a:p>
              <a:endParaRPr lang="en-US" sz="750" dirty="0"/>
            </a:p>
            <a:p>
              <a:r>
                <a:rPr lang="en-US" sz="750" b="1" dirty="0"/>
                <a:t># Copy artifact from build stage</a:t>
              </a:r>
            </a:p>
            <a:p>
              <a:r>
                <a:rPr lang="en-US" sz="750" dirty="0"/>
                <a:t>COPY --from=build &lt;build-artifact-path&gt; &lt;runtime-artifact-path&gt;</a:t>
              </a:r>
            </a:p>
            <a:p>
              <a:endParaRPr lang="en-US" sz="750" dirty="0"/>
            </a:p>
            <a:p>
              <a:r>
                <a:rPr lang="en-US" sz="750" b="1" dirty="0"/>
                <a:t># Optional: expose port if network service</a:t>
              </a:r>
            </a:p>
            <a:p>
              <a:r>
                <a:rPr lang="en-US" sz="750" dirty="0"/>
                <a:t>EXPOSE &lt;port&gt;</a:t>
              </a:r>
            </a:p>
            <a:p>
              <a:endParaRPr lang="en-US" sz="750" dirty="0"/>
            </a:p>
            <a:p>
              <a:r>
                <a:rPr lang="en-US" sz="750" b="1" dirty="0"/>
                <a:t># Set </a:t>
              </a:r>
              <a:r>
                <a:rPr lang="en-US" sz="750" b="1" dirty="0" err="1"/>
                <a:t>entrypoint</a:t>
              </a:r>
              <a:r>
                <a:rPr lang="en-US" sz="750" b="1" dirty="0"/>
                <a:t> / command to run the app</a:t>
              </a:r>
            </a:p>
            <a:p>
              <a:r>
                <a:rPr lang="en-US" sz="750" dirty="0"/>
                <a:t>ENTRYPOINT ["&lt;runtime-command&gt;", "&lt;artifact-or-binary&gt;", "&lt;runtime-options&gt;"]</a:t>
              </a:r>
            </a:p>
          </p:txBody>
        </p:sp>
        <p:pic>
          <p:nvPicPr>
            <p:cNvPr id="27" name="Picture 26">
              <a:extLst>
                <a:ext uri="{FF2B5EF4-FFF2-40B4-BE49-F238E27FC236}">
                  <a16:creationId xmlns:a16="http://schemas.microsoft.com/office/drawing/2014/main" id="{4E308BDF-2CB2-888D-125A-20397C9D4796}"/>
                </a:ext>
              </a:extLst>
            </p:cNvPr>
            <p:cNvPicPr>
              <a:picLocks noChangeAspect="1"/>
            </p:cNvPicPr>
            <p:nvPr/>
          </p:nvPicPr>
          <p:blipFill>
            <a:blip r:embed="rId3"/>
            <a:srcRect l="8297" t="15690" r="11229" b="14259"/>
            <a:stretch>
              <a:fillRect/>
            </a:stretch>
          </p:blipFill>
          <p:spPr>
            <a:xfrm>
              <a:off x="10125075" y="1208755"/>
              <a:ext cx="1704068" cy="448168"/>
            </a:xfrm>
            <a:prstGeom prst="rect">
              <a:avLst/>
            </a:prstGeom>
            <a:ln>
              <a:solidFill>
                <a:schemeClr val="tx1"/>
              </a:solidFill>
            </a:ln>
          </p:spPr>
        </p:pic>
      </p:grpSp>
      <p:sp>
        <p:nvSpPr>
          <p:cNvPr id="2048" name="TextBox 2047">
            <a:extLst>
              <a:ext uri="{FF2B5EF4-FFF2-40B4-BE49-F238E27FC236}">
                <a16:creationId xmlns:a16="http://schemas.microsoft.com/office/drawing/2014/main" id="{BA886F6D-E6A4-0970-5ECD-7F0F504D70A5}"/>
              </a:ext>
            </a:extLst>
          </p:cNvPr>
          <p:cNvSpPr txBox="1"/>
          <p:nvPr/>
        </p:nvSpPr>
        <p:spPr>
          <a:xfrm>
            <a:off x="4238159" y="3916098"/>
            <a:ext cx="3715681" cy="1200329"/>
          </a:xfrm>
          <a:prstGeom prst="rect">
            <a:avLst/>
          </a:prstGeom>
          <a:noFill/>
        </p:spPr>
        <p:txBody>
          <a:bodyPr wrap="square">
            <a:spAutoFit/>
          </a:bodyPr>
          <a:lstStyle/>
          <a:p>
            <a:pPr algn="ctr"/>
            <a:r>
              <a:rPr lang="en-US" dirty="0"/>
              <a:t>Comply with the </a:t>
            </a:r>
            <a:r>
              <a:rPr lang="en-US" dirty="0" err="1"/>
              <a:t>Dockerfile</a:t>
            </a:r>
            <a:r>
              <a:rPr lang="en-US" dirty="0"/>
              <a:t> best practices checklist for quality and security as issued in the document below. </a:t>
            </a:r>
          </a:p>
        </p:txBody>
      </p:sp>
      <p:pic>
        <p:nvPicPr>
          <p:cNvPr id="2049" name="Picture 2048">
            <a:extLst>
              <a:ext uri="{FF2B5EF4-FFF2-40B4-BE49-F238E27FC236}">
                <a16:creationId xmlns:a16="http://schemas.microsoft.com/office/drawing/2014/main" id="{9EFD1560-90F1-3D59-0D84-8484263EBCA6}"/>
              </a:ext>
            </a:extLst>
          </p:cNvPr>
          <p:cNvPicPr>
            <a:picLocks noChangeAspect="1"/>
          </p:cNvPicPr>
          <p:nvPr/>
        </p:nvPicPr>
        <p:blipFill>
          <a:blip r:embed="rId4"/>
          <a:stretch>
            <a:fillRect/>
          </a:stretch>
        </p:blipFill>
        <p:spPr>
          <a:xfrm>
            <a:off x="4170071" y="1231829"/>
            <a:ext cx="3715681" cy="2460448"/>
          </a:xfrm>
          <a:prstGeom prst="rect">
            <a:avLst/>
          </a:prstGeom>
          <a:ln>
            <a:solidFill>
              <a:schemeClr val="tx1"/>
            </a:solidFill>
          </a:ln>
        </p:spPr>
      </p:pic>
      <p:sp>
        <p:nvSpPr>
          <p:cNvPr id="2052" name="TextBox 2051">
            <a:extLst>
              <a:ext uri="{FF2B5EF4-FFF2-40B4-BE49-F238E27FC236}">
                <a16:creationId xmlns:a16="http://schemas.microsoft.com/office/drawing/2014/main" id="{232E3AE0-FC46-6ACA-0752-9F836AD6999C}"/>
              </a:ext>
            </a:extLst>
          </p:cNvPr>
          <p:cNvSpPr txBox="1"/>
          <p:nvPr/>
        </p:nvSpPr>
        <p:spPr>
          <a:xfrm>
            <a:off x="242352" y="3184621"/>
            <a:ext cx="3592285" cy="3139321"/>
          </a:xfrm>
          <a:prstGeom prst="rect">
            <a:avLst/>
          </a:prstGeom>
          <a:noFill/>
        </p:spPr>
        <p:txBody>
          <a:bodyPr wrap="square">
            <a:spAutoFit/>
          </a:bodyPr>
          <a:lstStyle/>
          <a:p>
            <a:r>
              <a:rPr lang="en-US" dirty="0"/>
              <a:t>.</a:t>
            </a:r>
            <a:r>
              <a:rPr lang="en-US" b="1" dirty="0" err="1"/>
              <a:t>dockerignore</a:t>
            </a:r>
            <a:r>
              <a:rPr lang="en-US" b="1" dirty="0"/>
              <a:t>:</a:t>
            </a:r>
            <a:r>
              <a:rPr lang="en-US" dirty="0"/>
              <a:t> prevents unnecessary or sensitive files from being included, reducing image size, speeding up builds, and improving security.</a:t>
            </a:r>
            <a:endParaRPr lang="en-US" b="1" dirty="0"/>
          </a:p>
          <a:p>
            <a:r>
              <a:rPr lang="en-US" b="1" dirty="0" err="1"/>
              <a:t>Dockerfile</a:t>
            </a:r>
            <a:r>
              <a:rPr lang="en-US" b="1" dirty="0"/>
              <a:t>:</a:t>
            </a:r>
            <a:r>
              <a:rPr lang="en-US" dirty="0"/>
              <a:t> builds artifacts to run on-premises.</a:t>
            </a:r>
          </a:p>
          <a:p>
            <a:r>
              <a:rPr lang="en-US" b="1" dirty="0" err="1"/>
              <a:t>Dockerfile-openshift</a:t>
            </a:r>
            <a:r>
              <a:rPr lang="en-US" b="1" dirty="0"/>
              <a:t>:</a:t>
            </a:r>
            <a:r>
              <a:rPr lang="en-US" dirty="0"/>
              <a:t> includes the build steps from the </a:t>
            </a:r>
            <a:r>
              <a:rPr lang="en-US" dirty="0" err="1"/>
              <a:t>Dockerfile</a:t>
            </a:r>
            <a:r>
              <a:rPr lang="en-US" dirty="0"/>
              <a:t> and adds runtime configuration for OpenShift.</a:t>
            </a:r>
          </a:p>
        </p:txBody>
      </p:sp>
      <p:sp>
        <p:nvSpPr>
          <p:cNvPr id="2058" name="TextBox 2057">
            <a:extLst>
              <a:ext uri="{FF2B5EF4-FFF2-40B4-BE49-F238E27FC236}">
                <a16:creationId xmlns:a16="http://schemas.microsoft.com/office/drawing/2014/main" id="{B0AAD185-5628-69DC-0542-C3B955B925AB}"/>
              </a:ext>
            </a:extLst>
          </p:cNvPr>
          <p:cNvSpPr txBox="1"/>
          <p:nvPr/>
        </p:nvSpPr>
        <p:spPr>
          <a:xfrm>
            <a:off x="8221185" y="6095382"/>
            <a:ext cx="3760358" cy="369332"/>
          </a:xfrm>
          <a:prstGeom prst="rect">
            <a:avLst/>
          </a:prstGeom>
          <a:noFill/>
        </p:spPr>
        <p:txBody>
          <a:bodyPr wrap="square">
            <a:spAutoFit/>
          </a:bodyPr>
          <a:lstStyle/>
          <a:p>
            <a:pPr algn="ctr"/>
            <a:r>
              <a:rPr lang="en-US" dirty="0"/>
              <a:t>Use the </a:t>
            </a:r>
            <a:r>
              <a:rPr lang="en-US" dirty="0" err="1"/>
              <a:t>Dockerfile</a:t>
            </a:r>
            <a:r>
              <a:rPr lang="en-US" dirty="0"/>
              <a:t> template</a:t>
            </a:r>
          </a:p>
        </p:txBody>
      </p:sp>
      <p:pic>
        <p:nvPicPr>
          <p:cNvPr id="2062" name="Picture 2061">
            <a:extLst>
              <a:ext uri="{FF2B5EF4-FFF2-40B4-BE49-F238E27FC236}">
                <a16:creationId xmlns:a16="http://schemas.microsoft.com/office/drawing/2014/main" id="{4B71ECDE-66F8-5E8A-7380-0E009AD8F581}"/>
              </a:ext>
            </a:extLst>
          </p:cNvPr>
          <p:cNvPicPr>
            <a:picLocks noChangeAspect="1"/>
          </p:cNvPicPr>
          <p:nvPr/>
        </p:nvPicPr>
        <p:blipFill>
          <a:blip r:embed="rId5"/>
          <a:srcRect l="3229" r="9076"/>
          <a:stretch>
            <a:fillRect/>
          </a:stretch>
        </p:blipFill>
        <p:spPr>
          <a:xfrm>
            <a:off x="242353" y="1246921"/>
            <a:ext cx="3592286" cy="1848108"/>
          </a:xfrm>
          <a:prstGeom prst="rect">
            <a:avLst/>
          </a:prstGeom>
          <a:ln>
            <a:solidFill>
              <a:schemeClr val="tx1"/>
            </a:solidFill>
          </a:ln>
        </p:spPr>
      </p:pic>
    </p:spTree>
    <p:extLst>
      <p:ext uri="{BB962C8B-B14F-4D97-AF65-F5344CB8AC3E}">
        <p14:creationId xmlns:p14="http://schemas.microsoft.com/office/powerpoint/2010/main" val="19528251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1F625-B97A-38A7-2135-5FA7F33F373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3789159-ED88-ED4B-6B9E-2EAB39F0B48F}"/>
              </a:ext>
            </a:extLst>
          </p:cNvPr>
          <p:cNvSpPr>
            <a:spLocks noGrp="1"/>
          </p:cNvSpPr>
          <p:nvPr>
            <p:ph type="body" sz="quarter" idx="28"/>
          </p:nvPr>
        </p:nvSpPr>
        <p:spPr>
          <a:xfrm>
            <a:off x="1404620" y="2586269"/>
            <a:ext cx="9382760" cy="1685461"/>
          </a:xfrm>
        </p:spPr>
        <p:txBody>
          <a:bodyPr/>
          <a:lstStyle/>
          <a:p>
            <a:r>
              <a:rPr lang="en-US" sz="6000" dirty="0"/>
              <a:t>Add CI Pipeline Definition File</a:t>
            </a:r>
          </a:p>
        </p:txBody>
      </p:sp>
    </p:spTree>
    <p:extLst>
      <p:ext uri="{BB962C8B-B14F-4D97-AF65-F5344CB8AC3E}">
        <p14:creationId xmlns:p14="http://schemas.microsoft.com/office/powerpoint/2010/main" val="25144525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8035B-911D-AE26-7D35-4687D88BCA27}"/>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A8B06AF-F221-6E53-CB29-C80E7B50A22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EFF230DC-3CC6-4146-4B60-A67FCB214F0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ACA9427-E644-D1AD-32FA-0019C64B251B}"/>
              </a:ext>
            </a:extLst>
          </p:cNvPr>
          <p:cNvSpPr txBox="1"/>
          <p:nvPr/>
        </p:nvSpPr>
        <p:spPr>
          <a:xfrm>
            <a:off x="2168433" y="300122"/>
            <a:ext cx="8456023" cy="707886"/>
          </a:xfrm>
          <a:prstGeom prst="rect">
            <a:avLst/>
          </a:prstGeom>
          <a:noFill/>
        </p:spPr>
        <p:txBody>
          <a:bodyPr wrap="square">
            <a:spAutoFit/>
          </a:bodyPr>
          <a:lstStyle/>
          <a:p>
            <a:r>
              <a:rPr lang="en-US" sz="4000" dirty="0"/>
              <a:t>Add CI Pipeline Definition File</a:t>
            </a:r>
          </a:p>
        </p:txBody>
      </p:sp>
      <p:pic>
        <p:nvPicPr>
          <p:cNvPr id="5" name="Picture 4">
            <a:extLst>
              <a:ext uri="{FF2B5EF4-FFF2-40B4-BE49-F238E27FC236}">
                <a16:creationId xmlns:a16="http://schemas.microsoft.com/office/drawing/2014/main" id="{656ED1C3-65AD-7D8B-7BD8-6201B350CED9}"/>
              </a:ext>
            </a:extLst>
          </p:cNvPr>
          <p:cNvPicPr>
            <a:picLocks noChangeAspect="1"/>
          </p:cNvPicPr>
          <p:nvPr/>
        </p:nvPicPr>
        <p:blipFill>
          <a:blip r:embed="rId3"/>
          <a:stretch>
            <a:fillRect/>
          </a:stretch>
        </p:blipFill>
        <p:spPr>
          <a:xfrm>
            <a:off x="3520153" y="1335693"/>
            <a:ext cx="8586122" cy="4899346"/>
          </a:xfrm>
          <a:prstGeom prst="rect">
            <a:avLst/>
          </a:prstGeom>
        </p:spPr>
      </p:pic>
      <p:sp>
        <p:nvSpPr>
          <p:cNvPr id="7" name="TextBox 6">
            <a:extLst>
              <a:ext uri="{FF2B5EF4-FFF2-40B4-BE49-F238E27FC236}">
                <a16:creationId xmlns:a16="http://schemas.microsoft.com/office/drawing/2014/main" id="{18F82E95-9C79-FBE2-DB53-6E33370C7B61}"/>
              </a:ext>
            </a:extLst>
          </p:cNvPr>
          <p:cNvSpPr txBox="1"/>
          <p:nvPr/>
        </p:nvSpPr>
        <p:spPr>
          <a:xfrm>
            <a:off x="287096" y="1886752"/>
            <a:ext cx="3233057" cy="3693319"/>
          </a:xfrm>
          <a:prstGeom prst="rect">
            <a:avLst/>
          </a:prstGeom>
          <a:noFill/>
        </p:spPr>
        <p:txBody>
          <a:bodyPr wrap="square">
            <a:spAutoFit/>
          </a:bodyPr>
          <a:lstStyle/>
          <a:p>
            <a:pPr>
              <a:buNone/>
            </a:pPr>
            <a:r>
              <a:rPr lang="en-US" dirty="0"/>
              <a:t>Write a </a:t>
            </a:r>
            <a:r>
              <a:rPr lang="en-US" b="1" dirty="0">
                <a:latin typeface="Courier New" panose="02070309020205020404" pitchFamily="49" charset="0"/>
              </a:rPr>
              <a:t>.</a:t>
            </a:r>
            <a:r>
              <a:rPr lang="en-US" b="1" dirty="0" err="1">
                <a:latin typeface="Courier New" panose="02070309020205020404" pitchFamily="49" charset="0"/>
              </a:rPr>
              <a:t>gitlab-ci.yml</a:t>
            </a:r>
            <a:r>
              <a:rPr lang="en-US" b="1" dirty="0"/>
              <a:t> </a:t>
            </a:r>
            <a:r>
              <a:rPr lang="en-US" dirty="0"/>
              <a:t>file in each project that requires CI (copy the template file from sample project).</a:t>
            </a:r>
          </a:p>
          <a:p>
            <a:pPr>
              <a:buNone/>
            </a:pPr>
            <a:endParaRPr lang="en-US" dirty="0"/>
          </a:p>
          <a:p>
            <a:pPr>
              <a:buNone/>
            </a:pPr>
            <a:r>
              <a:rPr lang="en-US" b="1" dirty="0"/>
              <a:t>If there is no existing template,</a:t>
            </a:r>
            <a:r>
              <a:rPr lang="en-US" dirty="0"/>
              <a:t> the System Architecture team must create a new base pipeline in the base pipeline step below and then </a:t>
            </a:r>
            <a:r>
              <a:rPr lang="en-US" b="1" dirty="0"/>
              <a:t>create a sample project</a:t>
            </a:r>
            <a:r>
              <a:rPr lang="en-US" dirty="0"/>
              <a:t> containing a </a:t>
            </a:r>
            <a:r>
              <a:rPr lang="en-US" dirty="0">
                <a:latin typeface="Courier New" panose="02070309020205020404" pitchFamily="49" charset="0"/>
              </a:rPr>
              <a:t>.</a:t>
            </a:r>
            <a:r>
              <a:rPr lang="en-US" dirty="0" err="1">
                <a:latin typeface="Courier New" panose="02070309020205020404" pitchFamily="49" charset="0"/>
              </a:rPr>
              <a:t>gitlab-ci.yml</a:t>
            </a:r>
            <a:r>
              <a:rPr lang="en-US" dirty="0"/>
              <a:t> file to serve as a reference template.</a:t>
            </a:r>
          </a:p>
        </p:txBody>
      </p:sp>
      <p:pic>
        <p:nvPicPr>
          <p:cNvPr id="10" name="Picture 9">
            <a:extLst>
              <a:ext uri="{FF2B5EF4-FFF2-40B4-BE49-F238E27FC236}">
                <a16:creationId xmlns:a16="http://schemas.microsoft.com/office/drawing/2014/main" id="{EA567FCB-9FB1-891B-CFDB-5A626044F2C2}"/>
              </a:ext>
            </a:extLst>
          </p:cNvPr>
          <p:cNvPicPr>
            <a:picLocks noChangeAspect="1"/>
          </p:cNvPicPr>
          <p:nvPr/>
        </p:nvPicPr>
        <p:blipFill>
          <a:blip r:embed="rId4"/>
          <a:stretch>
            <a:fillRect/>
          </a:stretch>
        </p:blipFill>
        <p:spPr>
          <a:xfrm>
            <a:off x="3668486" y="4913480"/>
            <a:ext cx="8437788" cy="1372411"/>
          </a:xfrm>
          <a:prstGeom prst="rect">
            <a:avLst/>
          </a:prstGeom>
        </p:spPr>
      </p:pic>
    </p:spTree>
    <p:extLst>
      <p:ext uri="{BB962C8B-B14F-4D97-AF65-F5344CB8AC3E}">
        <p14:creationId xmlns:p14="http://schemas.microsoft.com/office/powerpoint/2010/main" val="4574953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EB3B3-625A-A299-9896-7C4B75B3D33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6DA53DB-C66F-1C11-5F6D-664260D2BDB9}"/>
              </a:ext>
            </a:extLst>
          </p:cNvPr>
          <p:cNvSpPr>
            <a:spLocks noGrp="1"/>
          </p:cNvSpPr>
          <p:nvPr>
            <p:ph type="body" sz="quarter" idx="28"/>
          </p:nvPr>
        </p:nvSpPr>
        <p:spPr>
          <a:xfrm>
            <a:off x="1404620" y="2586269"/>
            <a:ext cx="9382760" cy="1685461"/>
          </a:xfrm>
        </p:spPr>
        <p:txBody>
          <a:bodyPr/>
          <a:lstStyle/>
          <a:p>
            <a:r>
              <a:rPr lang="en-US" sz="6000" dirty="0"/>
              <a:t>Update CI Base Pipeline</a:t>
            </a:r>
          </a:p>
        </p:txBody>
      </p:sp>
    </p:spTree>
    <p:extLst>
      <p:ext uri="{BB962C8B-B14F-4D97-AF65-F5344CB8AC3E}">
        <p14:creationId xmlns:p14="http://schemas.microsoft.com/office/powerpoint/2010/main" val="32380645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7A54B-965B-8B19-9025-FF82D615C235}"/>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122659A-F46C-02BF-CA54-92D41C72292F}"/>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89E7CB44-F49E-390D-BF3B-2BBACC9DF51F}"/>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9A98C9B4-20D7-2D44-6214-FC50213812C1}"/>
              </a:ext>
            </a:extLst>
          </p:cNvPr>
          <p:cNvSpPr txBox="1"/>
          <p:nvPr/>
        </p:nvSpPr>
        <p:spPr>
          <a:xfrm>
            <a:off x="2168433" y="300122"/>
            <a:ext cx="8456023" cy="707886"/>
          </a:xfrm>
          <a:prstGeom prst="rect">
            <a:avLst/>
          </a:prstGeom>
          <a:noFill/>
        </p:spPr>
        <p:txBody>
          <a:bodyPr wrap="square">
            <a:spAutoFit/>
          </a:bodyPr>
          <a:lstStyle/>
          <a:p>
            <a:r>
              <a:rPr lang="en-US" sz="4000" dirty="0"/>
              <a:t>Update CI Base Pipeline</a:t>
            </a:r>
          </a:p>
        </p:txBody>
      </p:sp>
      <p:sp>
        <p:nvSpPr>
          <p:cNvPr id="7" name="TextBox 6">
            <a:extLst>
              <a:ext uri="{FF2B5EF4-FFF2-40B4-BE49-F238E27FC236}">
                <a16:creationId xmlns:a16="http://schemas.microsoft.com/office/drawing/2014/main" id="{03076595-3513-4A5B-3854-FAF7333A3E30}"/>
              </a:ext>
            </a:extLst>
          </p:cNvPr>
          <p:cNvSpPr txBox="1"/>
          <p:nvPr/>
        </p:nvSpPr>
        <p:spPr>
          <a:xfrm>
            <a:off x="287097" y="2395488"/>
            <a:ext cx="2970454" cy="2585323"/>
          </a:xfrm>
          <a:prstGeom prst="rect">
            <a:avLst/>
          </a:prstGeom>
          <a:noFill/>
        </p:spPr>
        <p:txBody>
          <a:bodyPr wrap="square">
            <a:spAutoFit/>
          </a:bodyPr>
          <a:lstStyle/>
          <a:p>
            <a:r>
              <a:rPr lang="en-US" dirty="0"/>
              <a:t>2 types of base pipelines:</a:t>
            </a:r>
          </a:p>
          <a:p>
            <a:pPr marL="285750" indent="-285750">
              <a:buFontTx/>
              <a:buChar char="-"/>
            </a:pPr>
            <a:r>
              <a:rPr lang="en-US" dirty="0"/>
              <a:t>Framework-specific bases </a:t>
            </a:r>
          </a:p>
          <a:p>
            <a:pPr marL="285750" indent="-285750">
              <a:buFontTx/>
              <a:buChar char="-"/>
            </a:pPr>
            <a:r>
              <a:rPr lang="en-US" dirty="0"/>
              <a:t>Common base shared across all frameworks.</a:t>
            </a:r>
          </a:p>
          <a:p>
            <a:endParaRPr lang="en-US" dirty="0"/>
          </a:p>
          <a:p>
            <a:r>
              <a:rPr lang="en-US" dirty="0"/>
              <a:t>Example:</a:t>
            </a:r>
          </a:p>
          <a:p>
            <a:r>
              <a:rPr lang="en-US" dirty="0"/>
              <a:t>- pipeline-dotnet/dotnet-</a:t>
            </a:r>
            <a:r>
              <a:rPr lang="en-US" dirty="0" err="1"/>
              <a:t>openshift.gitlab</a:t>
            </a:r>
            <a:r>
              <a:rPr lang="en-US" dirty="0"/>
              <a:t>-</a:t>
            </a:r>
            <a:r>
              <a:rPr lang="en-US" dirty="0" err="1"/>
              <a:t>ci.yml</a:t>
            </a:r>
            <a:endParaRPr lang="en-US" dirty="0"/>
          </a:p>
          <a:p>
            <a:r>
              <a:rPr lang="en-US" dirty="0"/>
              <a:t>- </a:t>
            </a:r>
            <a:r>
              <a:rPr lang="en-US" dirty="0" err="1"/>
              <a:t>base.gitlab-ci.yml</a:t>
            </a:r>
            <a:endParaRPr lang="en-US" dirty="0"/>
          </a:p>
        </p:txBody>
      </p:sp>
      <p:pic>
        <p:nvPicPr>
          <p:cNvPr id="12" name="Picture 11">
            <a:extLst>
              <a:ext uri="{FF2B5EF4-FFF2-40B4-BE49-F238E27FC236}">
                <a16:creationId xmlns:a16="http://schemas.microsoft.com/office/drawing/2014/main" id="{6FBA0EA3-547E-0274-5671-C93260E8D8F7}"/>
              </a:ext>
            </a:extLst>
          </p:cNvPr>
          <p:cNvPicPr>
            <a:picLocks noChangeAspect="1"/>
          </p:cNvPicPr>
          <p:nvPr/>
        </p:nvPicPr>
        <p:blipFill>
          <a:blip r:embed="rId3"/>
          <a:stretch>
            <a:fillRect/>
          </a:stretch>
        </p:blipFill>
        <p:spPr>
          <a:xfrm>
            <a:off x="3520153" y="1142611"/>
            <a:ext cx="4789118" cy="5181600"/>
          </a:xfrm>
          <a:prstGeom prst="rect">
            <a:avLst/>
          </a:prstGeom>
        </p:spPr>
      </p:pic>
      <p:pic>
        <p:nvPicPr>
          <p:cNvPr id="9" name="Picture 8">
            <a:extLst>
              <a:ext uri="{FF2B5EF4-FFF2-40B4-BE49-F238E27FC236}">
                <a16:creationId xmlns:a16="http://schemas.microsoft.com/office/drawing/2014/main" id="{C4E40C5B-32A4-F554-F102-02DD5A26A84A}"/>
              </a:ext>
            </a:extLst>
          </p:cNvPr>
          <p:cNvPicPr>
            <a:picLocks noChangeAspect="1"/>
          </p:cNvPicPr>
          <p:nvPr/>
        </p:nvPicPr>
        <p:blipFill>
          <a:blip r:embed="rId4"/>
          <a:stretch>
            <a:fillRect/>
          </a:stretch>
        </p:blipFill>
        <p:spPr>
          <a:xfrm>
            <a:off x="7032708" y="3549650"/>
            <a:ext cx="5073567" cy="1674546"/>
          </a:xfrm>
          <a:prstGeom prst="rect">
            <a:avLst/>
          </a:prstGeom>
          <a:ln w="28575">
            <a:solidFill>
              <a:schemeClr val="accent1">
                <a:lumMod val="60000"/>
                <a:lumOff val="40000"/>
              </a:schemeClr>
            </a:solidFill>
          </a:ln>
        </p:spPr>
      </p:pic>
      <p:sp>
        <p:nvSpPr>
          <p:cNvPr id="13" name="Rectangle 12">
            <a:extLst>
              <a:ext uri="{FF2B5EF4-FFF2-40B4-BE49-F238E27FC236}">
                <a16:creationId xmlns:a16="http://schemas.microsoft.com/office/drawing/2014/main" id="{47133B3F-7693-70B4-9B6F-DCFA2BEEDBD5}"/>
              </a:ext>
            </a:extLst>
          </p:cNvPr>
          <p:cNvSpPr/>
          <p:nvPr/>
        </p:nvSpPr>
        <p:spPr>
          <a:xfrm>
            <a:off x="4235450" y="3263900"/>
            <a:ext cx="4019550" cy="20955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2436E93-3BE3-7C24-87E1-6B5A9588290E}"/>
              </a:ext>
            </a:extLst>
          </p:cNvPr>
          <p:cNvSpPr/>
          <p:nvPr/>
        </p:nvSpPr>
        <p:spPr>
          <a:xfrm>
            <a:off x="4235450" y="5358799"/>
            <a:ext cx="4019550" cy="20955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3316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1258-8C58-4CB8-2A49-17A1F8F82983}"/>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1BD7DED4-0CBF-E3E9-6ABC-0DCE40FD6D1A}"/>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F05DC18A-107F-BC12-A20E-3AB45C51DEFB}"/>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9FD02C13-39FC-DA98-A832-40C76B804627}"/>
              </a:ext>
            </a:extLst>
          </p:cNvPr>
          <p:cNvSpPr txBox="1"/>
          <p:nvPr/>
        </p:nvSpPr>
        <p:spPr>
          <a:xfrm>
            <a:off x="2168433" y="300122"/>
            <a:ext cx="8456023" cy="707886"/>
          </a:xfrm>
          <a:prstGeom prst="rect">
            <a:avLst/>
          </a:prstGeom>
          <a:noFill/>
        </p:spPr>
        <p:txBody>
          <a:bodyPr wrap="square">
            <a:spAutoFit/>
          </a:bodyPr>
          <a:lstStyle/>
          <a:p>
            <a:r>
              <a:rPr lang="en-US" sz="4000" dirty="0"/>
              <a:t>Update CI Base Pipeline</a:t>
            </a:r>
          </a:p>
        </p:txBody>
      </p:sp>
      <p:sp>
        <p:nvSpPr>
          <p:cNvPr id="7" name="TextBox 6">
            <a:extLst>
              <a:ext uri="{FF2B5EF4-FFF2-40B4-BE49-F238E27FC236}">
                <a16:creationId xmlns:a16="http://schemas.microsoft.com/office/drawing/2014/main" id="{E255EE0C-2BE0-CB2B-C75F-213DECBCB403}"/>
              </a:ext>
            </a:extLst>
          </p:cNvPr>
          <p:cNvSpPr txBox="1"/>
          <p:nvPr/>
        </p:nvSpPr>
        <p:spPr>
          <a:xfrm>
            <a:off x="287097" y="2395488"/>
            <a:ext cx="2970454" cy="2585323"/>
          </a:xfrm>
          <a:prstGeom prst="rect">
            <a:avLst/>
          </a:prstGeom>
          <a:noFill/>
        </p:spPr>
        <p:txBody>
          <a:bodyPr wrap="square">
            <a:spAutoFit/>
          </a:bodyPr>
          <a:lstStyle/>
          <a:p>
            <a:r>
              <a:rPr lang="en-US" dirty="0"/>
              <a:t>2 types of base pipelines:</a:t>
            </a:r>
          </a:p>
          <a:p>
            <a:pPr marL="285750" indent="-285750">
              <a:buFontTx/>
              <a:buChar char="-"/>
            </a:pPr>
            <a:r>
              <a:rPr lang="en-US" dirty="0"/>
              <a:t>Framework-specific bases </a:t>
            </a:r>
          </a:p>
          <a:p>
            <a:pPr marL="285750" indent="-285750">
              <a:buFontTx/>
              <a:buChar char="-"/>
            </a:pPr>
            <a:r>
              <a:rPr lang="en-US" dirty="0"/>
              <a:t>Common base shared across all frameworks.</a:t>
            </a:r>
          </a:p>
          <a:p>
            <a:endParaRPr lang="en-US" dirty="0"/>
          </a:p>
          <a:p>
            <a:r>
              <a:rPr lang="en-US" dirty="0"/>
              <a:t>Example:</a:t>
            </a:r>
          </a:p>
          <a:p>
            <a:r>
              <a:rPr lang="en-US" dirty="0"/>
              <a:t>- pipeline-dotnet/dotnet-</a:t>
            </a:r>
            <a:r>
              <a:rPr lang="en-US" dirty="0" err="1"/>
              <a:t>openshift.gitlab</a:t>
            </a:r>
            <a:r>
              <a:rPr lang="en-US" dirty="0"/>
              <a:t>-</a:t>
            </a:r>
            <a:r>
              <a:rPr lang="en-US" dirty="0" err="1"/>
              <a:t>ci.yml</a:t>
            </a:r>
            <a:endParaRPr lang="en-US" dirty="0"/>
          </a:p>
          <a:p>
            <a:r>
              <a:rPr lang="en-US" dirty="0"/>
              <a:t>- </a:t>
            </a:r>
            <a:r>
              <a:rPr lang="en-US" dirty="0" err="1"/>
              <a:t>base.gitlab-ci.yml</a:t>
            </a:r>
            <a:endParaRPr lang="en-US" dirty="0"/>
          </a:p>
        </p:txBody>
      </p:sp>
      <p:pic>
        <p:nvPicPr>
          <p:cNvPr id="12" name="Picture 11">
            <a:extLst>
              <a:ext uri="{FF2B5EF4-FFF2-40B4-BE49-F238E27FC236}">
                <a16:creationId xmlns:a16="http://schemas.microsoft.com/office/drawing/2014/main" id="{D37FCB97-8F55-2F5C-126F-7A77A3CED0DC}"/>
              </a:ext>
            </a:extLst>
          </p:cNvPr>
          <p:cNvPicPr>
            <a:picLocks noChangeAspect="1"/>
          </p:cNvPicPr>
          <p:nvPr/>
        </p:nvPicPr>
        <p:blipFill>
          <a:blip r:embed="rId3"/>
          <a:stretch>
            <a:fillRect/>
          </a:stretch>
        </p:blipFill>
        <p:spPr>
          <a:xfrm>
            <a:off x="3520153" y="1142611"/>
            <a:ext cx="4789118" cy="5181600"/>
          </a:xfrm>
          <a:prstGeom prst="rect">
            <a:avLst/>
          </a:prstGeom>
        </p:spPr>
      </p:pic>
      <p:pic>
        <p:nvPicPr>
          <p:cNvPr id="9" name="Picture 8">
            <a:extLst>
              <a:ext uri="{FF2B5EF4-FFF2-40B4-BE49-F238E27FC236}">
                <a16:creationId xmlns:a16="http://schemas.microsoft.com/office/drawing/2014/main" id="{C2FE6EEA-E4E5-C579-87E6-354033642E4E}"/>
              </a:ext>
            </a:extLst>
          </p:cNvPr>
          <p:cNvPicPr>
            <a:picLocks noChangeAspect="1"/>
          </p:cNvPicPr>
          <p:nvPr/>
        </p:nvPicPr>
        <p:blipFill>
          <a:blip r:embed="rId4"/>
          <a:stretch>
            <a:fillRect/>
          </a:stretch>
        </p:blipFill>
        <p:spPr>
          <a:xfrm>
            <a:off x="7032708" y="3549650"/>
            <a:ext cx="5073567" cy="1674546"/>
          </a:xfrm>
          <a:prstGeom prst="rect">
            <a:avLst/>
          </a:prstGeom>
          <a:ln w="28575">
            <a:solidFill>
              <a:schemeClr val="accent1">
                <a:lumMod val="60000"/>
                <a:lumOff val="40000"/>
              </a:schemeClr>
            </a:solidFill>
          </a:ln>
        </p:spPr>
      </p:pic>
      <p:sp>
        <p:nvSpPr>
          <p:cNvPr id="13" name="Rectangle 12">
            <a:extLst>
              <a:ext uri="{FF2B5EF4-FFF2-40B4-BE49-F238E27FC236}">
                <a16:creationId xmlns:a16="http://schemas.microsoft.com/office/drawing/2014/main" id="{621D79D1-ED32-3775-CE5E-C96A03E61A25}"/>
              </a:ext>
            </a:extLst>
          </p:cNvPr>
          <p:cNvSpPr/>
          <p:nvPr/>
        </p:nvSpPr>
        <p:spPr>
          <a:xfrm>
            <a:off x="4235450" y="3263900"/>
            <a:ext cx="4019550" cy="20955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D9E3F2F-93D9-0AA8-5C8F-859AF64EF195}"/>
              </a:ext>
            </a:extLst>
          </p:cNvPr>
          <p:cNvSpPr/>
          <p:nvPr/>
        </p:nvSpPr>
        <p:spPr>
          <a:xfrm>
            <a:off x="4235450" y="5358799"/>
            <a:ext cx="4019550" cy="209550"/>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6306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A352-5E35-60B6-4E70-4AE54DAEE74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A0B94C5-CA94-D33C-021A-99F93C87ED7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5E5D504D-BA09-6CED-1D3B-BBF2B9A42CF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651B2BA4-F608-F02D-8567-F702A2E9021B}"/>
              </a:ext>
            </a:extLst>
          </p:cNvPr>
          <p:cNvSpPr txBox="1"/>
          <p:nvPr/>
        </p:nvSpPr>
        <p:spPr>
          <a:xfrm>
            <a:off x="2168433" y="300122"/>
            <a:ext cx="8456023" cy="523220"/>
          </a:xfrm>
          <a:prstGeom prst="rect">
            <a:avLst/>
          </a:prstGeom>
          <a:noFill/>
        </p:spPr>
        <p:txBody>
          <a:bodyPr wrap="square">
            <a:spAutoFit/>
          </a:bodyPr>
          <a:lstStyle/>
          <a:p>
            <a:r>
              <a:rPr lang="en-US" sz="2800" dirty="0"/>
              <a:t>Framework-Specific Base Development Guidelines</a:t>
            </a:r>
          </a:p>
        </p:txBody>
      </p:sp>
      <p:sp>
        <p:nvSpPr>
          <p:cNvPr id="7" name="TextBox 6">
            <a:extLst>
              <a:ext uri="{FF2B5EF4-FFF2-40B4-BE49-F238E27FC236}">
                <a16:creationId xmlns:a16="http://schemas.microsoft.com/office/drawing/2014/main" id="{387269E1-AB83-0D16-B188-912627BFD62C}"/>
              </a:ext>
            </a:extLst>
          </p:cNvPr>
          <p:cNvSpPr txBox="1"/>
          <p:nvPr/>
        </p:nvSpPr>
        <p:spPr>
          <a:xfrm>
            <a:off x="6718383" y="3016979"/>
            <a:ext cx="5073567" cy="3293209"/>
          </a:xfrm>
          <a:prstGeom prst="rect">
            <a:avLst/>
          </a:prstGeom>
          <a:noFill/>
        </p:spPr>
        <p:txBody>
          <a:bodyPr wrap="square">
            <a:spAutoFit/>
          </a:bodyPr>
          <a:lstStyle/>
          <a:p>
            <a:r>
              <a:rPr lang="en-US" sz="1600" b="1" dirty="0"/>
              <a:t>Copy from an existing base pipeline and keep the original structure:</a:t>
            </a:r>
          </a:p>
          <a:p>
            <a:pPr marL="285750" indent="-285750">
              <a:buFontTx/>
              <a:buChar char="-"/>
            </a:pPr>
            <a:r>
              <a:rPr lang="en-US" sz="1600" dirty="0"/>
              <a:t>includes, stages</a:t>
            </a:r>
          </a:p>
          <a:p>
            <a:pPr marL="285750" indent="-285750">
              <a:buFontTx/>
              <a:buChar char="-"/>
            </a:pPr>
            <a:r>
              <a:rPr lang="en-US" sz="1600" dirty="0"/>
              <a:t>checklist-validation-job, merge-request-validation-job, readme-validation-job</a:t>
            </a:r>
          </a:p>
          <a:p>
            <a:pPr marL="285750" indent="-285750">
              <a:buFontTx/>
              <a:buChar char="-"/>
            </a:pPr>
            <a:r>
              <a:rPr lang="en-US" sz="1600" dirty="0"/>
              <a:t>prepare-app-build-settings-job</a:t>
            </a:r>
          </a:p>
          <a:p>
            <a:pPr marL="285750" indent="-285750">
              <a:buFontTx/>
              <a:buChar char="-"/>
            </a:pPr>
            <a:r>
              <a:rPr lang="en-US" sz="1600" dirty="0"/>
              <a:t>build-job</a:t>
            </a:r>
          </a:p>
          <a:p>
            <a:pPr marL="285750" indent="-285750">
              <a:buFontTx/>
              <a:buChar char="-"/>
            </a:pPr>
            <a:r>
              <a:rPr lang="en-US" sz="1600" dirty="0"/>
              <a:t>update-</a:t>
            </a:r>
            <a:r>
              <a:rPr lang="en-US" sz="1600" dirty="0" err="1"/>
              <a:t>buildversion</a:t>
            </a:r>
            <a:r>
              <a:rPr lang="en-US" sz="1600" dirty="0"/>
              <a:t>-job</a:t>
            </a:r>
          </a:p>
          <a:p>
            <a:pPr marL="285750" indent="-285750">
              <a:buFontTx/>
              <a:buChar char="-"/>
            </a:pPr>
            <a:r>
              <a:rPr lang="en-US" sz="1600" dirty="0"/>
              <a:t>deploy-job. </a:t>
            </a:r>
          </a:p>
          <a:p>
            <a:endParaRPr lang="en-US" sz="1600" b="1" dirty="0"/>
          </a:p>
          <a:p>
            <a:r>
              <a:rPr lang="en-US" sz="1600" b="1" dirty="0"/>
              <a:t>Only modify the following stages:</a:t>
            </a:r>
          </a:p>
          <a:p>
            <a:pPr marL="285750" indent="-285750">
              <a:buFontTx/>
              <a:buChar char="-"/>
            </a:pPr>
            <a:r>
              <a:rPr lang="en-US" sz="1600" dirty="0"/>
              <a:t>prepare-app-build-settings-job</a:t>
            </a:r>
          </a:p>
          <a:p>
            <a:pPr marL="285750" indent="-285750">
              <a:buFontTx/>
              <a:buChar char="-"/>
            </a:pPr>
            <a:r>
              <a:rPr lang="en-US" sz="1600" dirty="0"/>
              <a:t>build-job</a:t>
            </a:r>
          </a:p>
        </p:txBody>
      </p:sp>
      <p:pic>
        <p:nvPicPr>
          <p:cNvPr id="9" name="Picture 8">
            <a:extLst>
              <a:ext uri="{FF2B5EF4-FFF2-40B4-BE49-F238E27FC236}">
                <a16:creationId xmlns:a16="http://schemas.microsoft.com/office/drawing/2014/main" id="{8494708A-2DC6-9FD3-00CE-BA60D659A7C2}"/>
              </a:ext>
            </a:extLst>
          </p:cNvPr>
          <p:cNvPicPr>
            <a:picLocks noChangeAspect="1"/>
          </p:cNvPicPr>
          <p:nvPr/>
        </p:nvPicPr>
        <p:blipFill>
          <a:blip r:embed="rId3"/>
          <a:stretch>
            <a:fillRect/>
          </a:stretch>
        </p:blipFill>
        <p:spPr>
          <a:xfrm>
            <a:off x="6718384" y="1214366"/>
            <a:ext cx="5073567" cy="1674546"/>
          </a:xfrm>
          <a:prstGeom prst="rect">
            <a:avLst/>
          </a:prstGeom>
          <a:ln w="28575">
            <a:solidFill>
              <a:schemeClr val="accent1">
                <a:lumMod val="60000"/>
                <a:lumOff val="40000"/>
              </a:schemeClr>
            </a:solidFill>
          </a:ln>
        </p:spPr>
      </p:pic>
      <p:pic>
        <p:nvPicPr>
          <p:cNvPr id="5" name="Picture 4">
            <a:extLst>
              <a:ext uri="{FF2B5EF4-FFF2-40B4-BE49-F238E27FC236}">
                <a16:creationId xmlns:a16="http://schemas.microsoft.com/office/drawing/2014/main" id="{53208A89-8204-786F-4601-191A23918D63}"/>
              </a:ext>
            </a:extLst>
          </p:cNvPr>
          <p:cNvPicPr>
            <a:picLocks noChangeAspect="1"/>
          </p:cNvPicPr>
          <p:nvPr/>
        </p:nvPicPr>
        <p:blipFill>
          <a:blip r:embed="rId4"/>
          <a:srcRect l="21488" t="23916" r="11033" b="-1"/>
          <a:stretch>
            <a:fillRect/>
          </a:stretch>
        </p:blipFill>
        <p:spPr>
          <a:xfrm>
            <a:off x="400049" y="1214366"/>
            <a:ext cx="6183085" cy="5217885"/>
          </a:xfrm>
          <a:prstGeom prst="rect">
            <a:avLst/>
          </a:prstGeom>
        </p:spPr>
      </p:pic>
      <p:sp>
        <p:nvSpPr>
          <p:cNvPr id="6" name="Rectangle 5">
            <a:extLst>
              <a:ext uri="{FF2B5EF4-FFF2-40B4-BE49-F238E27FC236}">
                <a16:creationId xmlns:a16="http://schemas.microsoft.com/office/drawing/2014/main" id="{9B8F344D-9B6B-606A-FAD8-73DF6590A195}"/>
              </a:ext>
            </a:extLst>
          </p:cNvPr>
          <p:cNvSpPr/>
          <p:nvPr/>
        </p:nvSpPr>
        <p:spPr>
          <a:xfrm>
            <a:off x="835025" y="1463674"/>
            <a:ext cx="4568824" cy="2017713"/>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82F979-694A-AE6D-6FC9-89BAD795FB41}"/>
              </a:ext>
            </a:extLst>
          </p:cNvPr>
          <p:cNvSpPr/>
          <p:nvPr/>
        </p:nvSpPr>
        <p:spPr>
          <a:xfrm>
            <a:off x="835024" y="3519487"/>
            <a:ext cx="4568825" cy="2170113"/>
          </a:xfrm>
          <a:prstGeom prst="rect">
            <a:avLst/>
          </a:prstGeom>
          <a:no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8AFAE8-AD9E-3F2C-D24D-0528257FEF80}"/>
              </a:ext>
            </a:extLst>
          </p:cNvPr>
          <p:cNvSpPr/>
          <p:nvPr/>
        </p:nvSpPr>
        <p:spPr>
          <a:xfrm>
            <a:off x="835023" y="5727700"/>
            <a:ext cx="4568825" cy="501650"/>
          </a:xfrm>
          <a:prstGeom prst="rect">
            <a:avLst/>
          </a:prstGeom>
          <a:no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DD42F90-9333-7ACB-F7A2-8BCE485E234F}"/>
              </a:ext>
            </a:extLst>
          </p:cNvPr>
          <p:cNvSpPr txBox="1"/>
          <p:nvPr/>
        </p:nvSpPr>
        <p:spPr>
          <a:xfrm>
            <a:off x="3295256" y="2211665"/>
            <a:ext cx="2108591" cy="369332"/>
          </a:xfrm>
          <a:prstGeom prst="rect">
            <a:avLst/>
          </a:prstGeom>
          <a:noFill/>
        </p:spPr>
        <p:txBody>
          <a:bodyPr wrap="none" rtlCol="0">
            <a:spAutoFit/>
          </a:bodyPr>
          <a:lstStyle/>
          <a:p>
            <a:r>
              <a:rPr lang="en-US" dirty="0">
                <a:solidFill>
                  <a:srgbClr val="FFC000"/>
                </a:solidFill>
              </a:rPr>
              <a:t>Keep, do not change</a:t>
            </a:r>
          </a:p>
        </p:txBody>
      </p:sp>
      <p:sp>
        <p:nvSpPr>
          <p:cNvPr id="17" name="TextBox 16">
            <a:extLst>
              <a:ext uri="{FF2B5EF4-FFF2-40B4-BE49-F238E27FC236}">
                <a16:creationId xmlns:a16="http://schemas.microsoft.com/office/drawing/2014/main" id="{0DAECF63-CD1A-67DF-8016-A5DD50F700FB}"/>
              </a:ext>
            </a:extLst>
          </p:cNvPr>
          <p:cNvSpPr txBox="1"/>
          <p:nvPr/>
        </p:nvSpPr>
        <p:spPr>
          <a:xfrm>
            <a:off x="3295255" y="5773380"/>
            <a:ext cx="2108591" cy="369332"/>
          </a:xfrm>
          <a:prstGeom prst="rect">
            <a:avLst/>
          </a:prstGeom>
          <a:noFill/>
        </p:spPr>
        <p:txBody>
          <a:bodyPr wrap="none" rtlCol="0">
            <a:spAutoFit/>
          </a:bodyPr>
          <a:lstStyle/>
          <a:p>
            <a:r>
              <a:rPr lang="en-US" dirty="0">
                <a:solidFill>
                  <a:srgbClr val="FFC000"/>
                </a:solidFill>
              </a:rPr>
              <a:t>Keep, do not change</a:t>
            </a:r>
          </a:p>
        </p:txBody>
      </p:sp>
      <p:sp>
        <p:nvSpPr>
          <p:cNvPr id="18" name="TextBox 17">
            <a:extLst>
              <a:ext uri="{FF2B5EF4-FFF2-40B4-BE49-F238E27FC236}">
                <a16:creationId xmlns:a16="http://schemas.microsoft.com/office/drawing/2014/main" id="{C4848759-9146-E60E-B07F-6AE7AD419869}"/>
              </a:ext>
            </a:extLst>
          </p:cNvPr>
          <p:cNvSpPr txBox="1"/>
          <p:nvPr/>
        </p:nvSpPr>
        <p:spPr>
          <a:xfrm>
            <a:off x="3491591" y="4044712"/>
            <a:ext cx="1795235" cy="369332"/>
          </a:xfrm>
          <a:prstGeom prst="rect">
            <a:avLst/>
          </a:prstGeom>
          <a:noFill/>
        </p:spPr>
        <p:txBody>
          <a:bodyPr wrap="none" rtlCol="0">
            <a:spAutoFit/>
          </a:bodyPr>
          <a:lstStyle/>
          <a:p>
            <a:r>
              <a:rPr lang="en-US" dirty="0">
                <a:solidFill>
                  <a:schemeClr val="accent5">
                    <a:lumMod val="60000"/>
                    <a:lumOff val="40000"/>
                  </a:schemeClr>
                </a:solidFill>
              </a:rPr>
              <a:t>Modify if needed</a:t>
            </a:r>
          </a:p>
        </p:txBody>
      </p:sp>
    </p:spTree>
    <p:extLst>
      <p:ext uri="{BB962C8B-B14F-4D97-AF65-F5344CB8AC3E}">
        <p14:creationId xmlns:p14="http://schemas.microsoft.com/office/powerpoint/2010/main" val="25147059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F524F-C565-CDFB-55C1-861DCF984C88}"/>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C75485D-3486-42E4-984C-4C1FDB9EDAFD}"/>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F141AD63-D1DE-E847-DF37-8E84F48E57F8}"/>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E6DAD55-B695-EF3D-5BE7-40845E837678}"/>
              </a:ext>
            </a:extLst>
          </p:cNvPr>
          <p:cNvSpPr txBox="1"/>
          <p:nvPr/>
        </p:nvSpPr>
        <p:spPr>
          <a:xfrm>
            <a:off x="2168433" y="300122"/>
            <a:ext cx="8456023" cy="523220"/>
          </a:xfrm>
          <a:prstGeom prst="rect">
            <a:avLst/>
          </a:prstGeom>
          <a:noFill/>
        </p:spPr>
        <p:txBody>
          <a:bodyPr wrap="square">
            <a:spAutoFit/>
          </a:bodyPr>
          <a:lstStyle/>
          <a:p>
            <a:r>
              <a:rPr lang="en-US" sz="2800" dirty="0"/>
              <a:t>Common Base Development Guideline</a:t>
            </a:r>
          </a:p>
        </p:txBody>
      </p:sp>
      <p:pic>
        <p:nvPicPr>
          <p:cNvPr id="13" name="Picture 12">
            <a:extLst>
              <a:ext uri="{FF2B5EF4-FFF2-40B4-BE49-F238E27FC236}">
                <a16:creationId xmlns:a16="http://schemas.microsoft.com/office/drawing/2014/main" id="{A5631298-02AF-98A5-97F8-05FCC7DF7AA4}"/>
              </a:ext>
            </a:extLst>
          </p:cNvPr>
          <p:cNvPicPr>
            <a:picLocks noChangeAspect="1"/>
          </p:cNvPicPr>
          <p:nvPr/>
        </p:nvPicPr>
        <p:blipFill>
          <a:blip r:embed="rId3"/>
          <a:stretch>
            <a:fillRect/>
          </a:stretch>
        </p:blipFill>
        <p:spPr>
          <a:xfrm>
            <a:off x="493281" y="1183724"/>
            <a:ext cx="6767490" cy="5190734"/>
          </a:xfrm>
          <a:prstGeom prst="rect">
            <a:avLst/>
          </a:prstGeom>
        </p:spPr>
      </p:pic>
      <p:sp>
        <p:nvSpPr>
          <p:cNvPr id="19" name="TextBox 18">
            <a:extLst>
              <a:ext uri="{FF2B5EF4-FFF2-40B4-BE49-F238E27FC236}">
                <a16:creationId xmlns:a16="http://schemas.microsoft.com/office/drawing/2014/main" id="{EDE9C48E-9167-BD04-98FF-1D6684CAFBEC}"/>
              </a:ext>
            </a:extLst>
          </p:cNvPr>
          <p:cNvSpPr txBox="1"/>
          <p:nvPr/>
        </p:nvSpPr>
        <p:spPr>
          <a:xfrm>
            <a:off x="7728857" y="2649221"/>
            <a:ext cx="3864429" cy="2031325"/>
          </a:xfrm>
          <a:prstGeom prst="rect">
            <a:avLst/>
          </a:prstGeom>
          <a:noFill/>
        </p:spPr>
        <p:txBody>
          <a:bodyPr wrap="square">
            <a:spAutoFit/>
          </a:bodyPr>
          <a:lstStyle/>
          <a:p>
            <a:r>
              <a:rPr lang="en-US" b="1" dirty="0"/>
              <a:t>Common Base</a:t>
            </a:r>
            <a:r>
              <a:rPr lang="en-US" dirty="0"/>
              <a:t> is the </a:t>
            </a:r>
            <a:r>
              <a:rPr lang="en-US" dirty="0" err="1">
                <a:latin typeface="Courier New" panose="02070309020205020404" pitchFamily="49" charset="0"/>
              </a:rPr>
              <a:t>base.gitlab-ci.yml</a:t>
            </a:r>
            <a:r>
              <a:rPr lang="en-US" dirty="0"/>
              <a:t> file that provides shared functions used across multiple framework-specific base pipelines. Any modifications to this file must be reviewed and approved by the System Architecture team.</a:t>
            </a:r>
          </a:p>
        </p:txBody>
      </p:sp>
    </p:spTree>
    <p:extLst>
      <p:ext uri="{BB962C8B-B14F-4D97-AF65-F5344CB8AC3E}">
        <p14:creationId xmlns:p14="http://schemas.microsoft.com/office/powerpoint/2010/main" val="29416855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8BF0F-86E2-9F3F-9EE6-B5B338BD041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BDBDF69-263F-C742-F8EE-53E6BA273800}"/>
              </a:ext>
            </a:extLst>
          </p:cNvPr>
          <p:cNvSpPr>
            <a:spLocks noGrp="1"/>
          </p:cNvSpPr>
          <p:nvPr>
            <p:ph type="body" sz="quarter" idx="28"/>
          </p:nvPr>
        </p:nvSpPr>
        <p:spPr>
          <a:xfrm>
            <a:off x="1404620" y="2586269"/>
            <a:ext cx="9382760" cy="1685461"/>
          </a:xfrm>
        </p:spPr>
        <p:txBody>
          <a:bodyPr/>
          <a:lstStyle/>
          <a:p>
            <a:r>
              <a:rPr lang="en-US" sz="6000" dirty="0"/>
              <a:t>Configure Deployment Namespace &amp; Access Management</a:t>
            </a:r>
          </a:p>
        </p:txBody>
      </p:sp>
    </p:spTree>
    <p:extLst>
      <p:ext uri="{BB962C8B-B14F-4D97-AF65-F5344CB8AC3E}">
        <p14:creationId xmlns:p14="http://schemas.microsoft.com/office/powerpoint/2010/main" val="12977144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70A4-18DF-48DD-E453-08D5530A0DF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7D90825-C622-3D9D-8BBE-25E7DD24D224}"/>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5478778E-487C-7944-D7FF-57BC4526CD08}"/>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9C6C6689-C260-7396-A102-ED1DA90FBA00}"/>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Configure Cloud Namespace &amp; Access Management</a:t>
            </a:r>
            <a:endParaRPr lang="en-US" sz="28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67A0C351-5907-E2A6-F1DD-9B61C1E3A021}"/>
              </a:ext>
            </a:extLst>
          </p:cNvPr>
          <p:cNvSpPr txBox="1"/>
          <p:nvPr/>
        </p:nvSpPr>
        <p:spPr>
          <a:xfrm>
            <a:off x="6706895" y="2301904"/>
            <a:ext cx="5166392" cy="646331"/>
          </a:xfrm>
          <a:prstGeom prst="rect">
            <a:avLst/>
          </a:prstGeom>
          <a:noFill/>
        </p:spPr>
        <p:txBody>
          <a:bodyPr wrap="square">
            <a:spAutoFit/>
          </a:bodyPr>
          <a:lstStyle/>
          <a:p>
            <a:r>
              <a:rPr lang="en-US" dirty="0"/>
              <a:t>Create OpenShift namespace and RBAC following DevOps Operation Standards document</a:t>
            </a:r>
          </a:p>
        </p:txBody>
      </p:sp>
      <p:sp>
        <p:nvSpPr>
          <p:cNvPr id="5" name="TextBox 4">
            <a:extLst>
              <a:ext uri="{FF2B5EF4-FFF2-40B4-BE49-F238E27FC236}">
                <a16:creationId xmlns:a16="http://schemas.microsoft.com/office/drawing/2014/main" id="{379E2228-0C35-B8F2-6C57-350BBB9385AA}"/>
              </a:ext>
            </a:extLst>
          </p:cNvPr>
          <p:cNvSpPr txBox="1"/>
          <p:nvPr/>
        </p:nvSpPr>
        <p:spPr>
          <a:xfrm>
            <a:off x="6706895" y="4689380"/>
            <a:ext cx="5166392" cy="646331"/>
          </a:xfrm>
          <a:prstGeom prst="rect">
            <a:avLst/>
          </a:prstGeom>
          <a:noFill/>
        </p:spPr>
        <p:txBody>
          <a:bodyPr wrap="square">
            <a:spAutoFit/>
          </a:bodyPr>
          <a:lstStyle/>
          <a:p>
            <a:r>
              <a:rPr lang="en-US" dirty="0"/>
              <a:t>Ensure traceability, and secure deployment management.</a:t>
            </a:r>
          </a:p>
        </p:txBody>
      </p:sp>
      <p:sp>
        <p:nvSpPr>
          <p:cNvPr id="6" name="TextBox 5">
            <a:extLst>
              <a:ext uri="{FF2B5EF4-FFF2-40B4-BE49-F238E27FC236}">
                <a16:creationId xmlns:a16="http://schemas.microsoft.com/office/drawing/2014/main" id="{537ECFC0-5D84-2F86-889D-0E16AACCA33B}"/>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04C259AC-221F-F975-43D2-3BD11DBFC80E}"/>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3D41E686-945C-7D16-AAA4-FC23CE509885}"/>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0809819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E9BA9-E49C-7B61-AA68-66F4D17FCCD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EE78897-CEF2-089D-C40C-0ED3BB002316}"/>
              </a:ext>
            </a:extLst>
          </p:cNvPr>
          <p:cNvSpPr>
            <a:spLocks noGrp="1"/>
          </p:cNvSpPr>
          <p:nvPr>
            <p:ph type="body" sz="quarter" idx="28"/>
          </p:nvPr>
        </p:nvSpPr>
        <p:spPr>
          <a:xfrm>
            <a:off x="1404620" y="2586269"/>
            <a:ext cx="9382760" cy="1685461"/>
          </a:xfrm>
        </p:spPr>
        <p:txBody>
          <a:bodyPr/>
          <a:lstStyle/>
          <a:p>
            <a:r>
              <a:rPr lang="en-US" sz="6000" dirty="0"/>
              <a:t>Configure Image Pull Secrets</a:t>
            </a:r>
          </a:p>
        </p:txBody>
      </p:sp>
    </p:spTree>
    <p:extLst>
      <p:ext uri="{BB962C8B-B14F-4D97-AF65-F5344CB8AC3E}">
        <p14:creationId xmlns:p14="http://schemas.microsoft.com/office/powerpoint/2010/main" val="19895976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C1045-8CB9-FB91-974E-7AB447A23633}"/>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D2C5CF9-7499-56D4-C3CD-C7F329B9430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D7A8EDDA-3C2E-80D6-6436-BCC6A2651EC1}"/>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672EF78-913F-D7B6-0639-63B08C3EB843}"/>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Configure Image Pull Secrets</a:t>
            </a:r>
            <a:endParaRPr lang="en-US" sz="40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DAD34446-5161-8A03-9352-8875C1CDDA38}"/>
              </a:ext>
            </a:extLst>
          </p:cNvPr>
          <p:cNvSpPr txBox="1"/>
          <p:nvPr/>
        </p:nvSpPr>
        <p:spPr>
          <a:xfrm>
            <a:off x="6706895" y="2301904"/>
            <a:ext cx="5166392" cy="1200329"/>
          </a:xfrm>
          <a:prstGeom prst="rect">
            <a:avLst/>
          </a:prstGeom>
          <a:noFill/>
        </p:spPr>
        <p:txBody>
          <a:bodyPr wrap="square">
            <a:spAutoFit/>
          </a:bodyPr>
          <a:lstStyle/>
          <a:p>
            <a:r>
              <a:rPr lang="en-US" dirty="0"/>
              <a:t>Annual</a:t>
            </a:r>
          </a:p>
          <a:p>
            <a:r>
              <a:rPr lang="en-US" dirty="0"/>
              <a:t>Configure image pull secrets on OpenShift, GitLab Variables (Global Admin Area) following DevOps Operation Standards document</a:t>
            </a:r>
          </a:p>
        </p:txBody>
      </p:sp>
      <p:sp>
        <p:nvSpPr>
          <p:cNvPr id="5" name="TextBox 4">
            <a:extLst>
              <a:ext uri="{FF2B5EF4-FFF2-40B4-BE49-F238E27FC236}">
                <a16:creationId xmlns:a16="http://schemas.microsoft.com/office/drawing/2014/main" id="{D99C2F5B-6125-4F18-17CC-F368473CE376}"/>
              </a:ext>
            </a:extLst>
          </p:cNvPr>
          <p:cNvSpPr txBox="1"/>
          <p:nvPr/>
        </p:nvSpPr>
        <p:spPr>
          <a:xfrm>
            <a:off x="6706895" y="4689380"/>
            <a:ext cx="5166392" cy="369332"/>
          </a:xfrm>
          <a:prstGeom prst="rect">
            <a:avLst/>
          </a:prstGeom>
          <a:noFill/>
        </p:spPr>
        <p:txBody>
          <a:bodyPr wrap="square">
            <a:spAutoFit/>
          </a:bodyPr>
          <a:lstStyle/>
          <a:p>
            <a:r>
              <a:rPr lang="en-US" dirty="0"/>
              <a:t>Enable secure image pulls from the private registry.</a:t>
            </a:r>
          </a:p>
        </p:txBody>
      </p:sp>
      <p:sp>
        <p:nvSpPr>
          <p:cNvPr id="6" name="TextBox 5">
            <a:extLst>
              <a:ext uri="{FF2B5EF4-FFF2-40B4-BE49-F238E27FC236}">
                <a16:creationId xmlns:a16="http://schemas.microsoft.com/office/drawing/2014/main" id="{844A26BC-4985-9B88-F9CA-8526F802B5B9}"/>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448A2D57-0333-9EE8-D130-4AC86FF21C58}"/>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0EE1B8B2-481C-E9A2-6147-43C052B64EF6}"/>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2624666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3505-6D5D-B52B-F3D9-3CF8311A995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65A681F-7C86-7D7A-E452-73EB3F9B8415}"/>
              </a:ext>
            </a:extLst>
          </p:cNvPr>
          <p:cNvSpPr>
            <a:spLocks noGrp="1"/>
          </p:cNvSpPr>
          <p:nvPr>
            <p:ph type="body" sz="quarter" idx="28"/>
          </p:nvPr>
        </p:nvSpPr>
        <p:spPr>
          <a:xfrm>
            <a:off x="1404620" y="2586269"/>
            <a:ext cx="9382760" cy="1685461"/>
          </a:xfrm>
        </p:spPr>
        <p:txBody>
          <a:bodyPr/>
          <a:lstStyle/>
          <a:p>
            <a:r>
              <a:rPr lang="en-US" sz="6000" dirty="0"/>
              <a:t> Helm Charts</a:t>
            </a:r>
          </a:p>
        </p:txBody>
      </p:sp>
    </p:spTree>
    <p:extLst>
      <p:ext uri="{BB962C8B-B14F-4D97-AF65-F5344CB8AC3E}">
        <p14:creationId xmlns:p14="http://schemas.microsoft.com/office/powerpoint/2010/main" val="3956167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8898-E83E-81E2-945A-13C3200F65C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95F4827-52B1-B995-C2E3-A0E52BE3FB8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E4725343-8E4A-C759-D7D8-662B78408C88}"/>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6726F70F-9737-D32F-6E69-6C53ECDF3A28}"/>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Create Helm Charts repositories</a:t>
            </a:r>
            <a:endParaRPr lang="en-US" sz="40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606CBE23-5C36-CEB4-62A4-01A6604888B6}"/>
              </a:ext>
            </a:extLst>
          </p:cNvPr>
          <p:cNvSpPr txBox="1"/>
          <p:nvPr/>
        </p:nvSpPr>
        <p:spPr>
          <a:xfrm>
            <a:off x="6335420" y="2425721"/>
            <a:ext cx="5166392" cy="923330"/>
          </a:xfrm>
          <a:prstGeom prst="rect">
            <a:avLst/>
          </a:prstGeom>
          <a:noFill/>
        </p:spPr>
        <p:txBody>
          <a:bodyPr wrap="square">
            <a:spAutoFit/>
          </a:bodyPr>
          <a:lstStyle/>
          <a:p>
            <a:r>
              <a:rPr lang="en-US" dirty="0"/>
              <a:t>Follow pattern name </a:t>
            </a:r>
            <a:r>
              <a:rPr lang="en-US" dirty="0" err="1"/>
              <a:t>HelmChart</a:t>
            </a:r>
            <a:r>
              <a:rPr lang="en-US" dirty="0"/>
              <a:t>&lt;</a:t>
            </a:r>
            <a:r>
              <a:rPr lang="en-US" dirty="0" err="1"/>
              <a:t>GitLabSystemGroupName</a:t>
            </a:r>
            <a:r>
              <a:rPr lang="en-US" dirty="0"/>
              <a:t>&gt;&lt;Environment&gt;  following DevOps Operation Standards document</a:t>
            </a:r>
          </a:p>
        </p:txBody>
      </p:sp>
      <p:sp>
        <p:nvSpPr>
          <p:cNvPr id="5" name="TextBox 4">
            <a:extLst>
              <a:ext uri="{FF2B5EF4-FFF2-40B4-BE49-F238E27FC236}">
                <a16:creationId xmlns:a16="http://schemas.microsoft.com/office/drawing/2014/main" id="{73A4E006-5F98-A9B6-192E-695CA43CE2F2}"/>
              </a:ext>
            </a:extLst>
          </p:cNvPr>
          <p:cNvSpPr txBox="1"/>
          <p:nvPr/>
        </p:nvSpPr>
        <p:spPr>
          <a:xfrm>
            <a:off x="6335420" y="4606035"/>
            <a:ext cx="5166392" cy="923330"/>
          </a:xfrm>
          <a:prstGeom prst="rect">
            <a:avLst/>
          </a:prstGeom>
          <a:noFill/>
        </p:spPr>
        <p:txBody>
          <a:bodyPr wrap="square">
            <a:spAutoFit/>
          </a:bodyPr>
          <a:lstStyle/>
          <a:p>
            <a:r>
              <a:rPr lang="en-US" dirty="0"/>
              <a:t>Ensure version-controlled Helm charts for automated OpenShift deployments with correct configuration and persistent data.</a:t>
            </a:r>
          </a:p>
        </p:txBody>
      </p:sp>
      <p:sp>
        <p:nvSpPr>
          <p:cNvPr id="6" name="TextBox 5">
            <a:extLst>
              <a:ext uri="{FF2B5EF4-FFF2-40B4-BE49-F238E27FC236}">
                <a16:creationId xmlns:a16="http://schemas.microsoft.com/office/drawing/2014/main" id="{71E07513-D3B1-709F-AFD5-B94592ACA6B1}"/>
              </a:ext>
            </a:extLst>
          </p:cNvPr>
          <p:cNvSpPr txBox="1"/>
          <p:nvPr/>
        </p:nvSpPr>
        <p:spPr>
          <a:xfrm>
            <a:off x="6335420" y="2045365"/>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323F00B3-D973-5801-1EEC-483AFDA26906}"/>
              </a:ext>
            </a:extLst>
          </p:cNvPr>
          <p:cNvSpPr txBox="1"/>
          <p:nvPr/>
        </p:nvSpPr>
        <p:spPr>
          <a:xfrm>
            <a:off x="6335420" y="4266413"/>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640564B5-176F-3589-BA03-36BA9C3042EA}"/>
              </a:ext>
            </a:extLst>
          </p:cNvPr>
          <p:cNvSpPr/>
          <p:nvPr/>
        </p:nvSpPr>
        <p:spPr>
          <a:xfrm>
            <a:off x="901144" y="1876417"/>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29654618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1B8E-AF17-0A17-8A1D-B3227270F703}"/>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36C2A05B-5688-1576-EA83-78B5D805296D}"/>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41F58245-4318-299A-F00C-04DFB0C38D8B}"/>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58DE5AE-B743-91EF-51DC-886AB0657C38}"/>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Develop Helm Charts</a:t>
            </a:r>
            <a:endParaRPr lang="en-US" sz="40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B3AB43C9-6A7C-5293-FC92-EAB423E52748}"/>
              </a:ext>
            </a:extLst>
          </p:cNvPr>
          <p:cNvSpPr txBox="1"/>
          <p:nvPr/>
        </p:nvSpPr>
        <p:spPr>
          <a:xfrm>
            <a:off x="6706895" y="2301904"/>
            <a:ext cx="5166392" cy="646331"/>
          </a:xfrm>
          <a:prstGeom prst="rect">
            <a:avLst/>
          </a:prstGeom>
          <a:noFill/>
        </p:spPr>
        <p:txBody>
          <a:bodyPr wrap="square">
            <a:spAutoFit/>
          </a:bodyPr>
          <a:lstStyle/>
          <a:p>
            <a:r>
              <a:rPr lang="en-US" dirty="0"/>
              <a:t>Develop Helm charts following the DevOps Engineering Standards document</a:t>
            </a:r>
          </a:p>
        </p:txBody>
      </p:sp>
      <p:sp>
        <p:nvSpPr>
          <p:cNvPr id="5" name="TextBox 4">
            <a:extLst>
              <a:ext uri="{FF2B5EF4-FFF2-40B4-BE49-F238E27FC236}">
                <a16:creationId xmlns:a16="http://schemas.microsoft.com/office/drawing/2014/main" id="{B82C32FD-5CFB-8738-2EFF-FBF48D29E234}"/>
              </a:ext>
            </a:extLst>
          </p:cNvPr>
          <p:cNvSpPr txBox="1"/>
          <p:nvPr/>
        </p:nvSpPr>
        <p:spPr>
          <a:xfrm>
            <a:off x="6706895" y="4689380"/>
            <a:ext cx="5166392" cy="369332"/>
          </a:xfrm>
          <a:prstGeom prst="rect">
            <a:avLst/>
          </a:prstGeom>
          <a:noFill/>
        </p:spPr>
        <p:txBody>
          <a:bodyPr wrap="square">
            <a:spAutoFit/>
          </a:bodyPr>
          <a:lstStyle/>
          <a:p>
            <a:r>
              <a:rPr lang="en-US" dirty="0"/>
              <a:t>Enable standardized and automated deployments.</a:t>
            </a:r>
          </a:p>
        </p:txBody>
      </p:sp>
      <p:sp>
        <p:nvSpPr>
          <p:cNvPr id="6" name="TextBox 5">
            <a:extLst>
              <a:ext uri="{FF2B5EF4-FFF2-40B4-BE49-F238E27FC236}">
                <a16:creationId xmlns:a16="http://schemas.microsoft.com/office/drawing/2014/main" id="{72270027-8BA6-CB48-6F44-19C31C1109A5}"/>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B03CED1D-439A-D0D5-5323-224619F599B3}"/>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3D4A6BE0-D5FA-5420-C2C1-078829EFABBC}"/>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36929350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40B4-8B80-B1C0-DF01-808DE1DB185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CEB6EB5-7527-9867-A229-95B76E263A6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5E03A52F-3CF2-9295-CAC7-341FC8A70B5C}"/>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0CA0894-799D-0C7B-38B6-DCAFDDCB8264}"/>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Update Helm Charts</a:t>
            </a:r>
            <a:endParaRPr lang="en-US" sz="40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04D775F0-63B4-45AD-B463-CB17B6AD5E78}"/>
              </a:ext>
            </a:extLst>
          </p:cNvPr>
          <p:cNvSpPr txBox="1"/>
          <p:nvPr/>
        </p:nvSpPr>
        <p:spPr>
          <a:xfrm>
            <a:off x="6706895" y="2301904"/>
            <a:ext cx="5166392" cy="369332"/>
          </a:xfrm>
          <a:prstGeom prst="rect">
            <a:avLst/>
          </a:prstGeom>
          <a:noFill/>
        </p:spPr>
        <p:txBody>
          <a:bodyPr wrap="square">
            <a:spAutoFit/>
          </a:bodyPr>
          <a:lstStyle/>
          <a:p>
            <a:r>
              <a:rPr lang="en-US" dirty="0"/>
              <a:t>Update Helm Charts</a:t>
            </a:r>
          </a:p>
        </p:txBody>
      </p:sp>
      <p:sp>
        <p:nvSpPr>
          <p:cNvPr id="5" name="TextBox 4">
            <a:extLst>
              <a:ext uri="{FF2B5EF4-FFF2-40B4-BE49-F238E27FC236}">
                <a16:creationId xmlns:a16="http://schemas.microsoft.com/office/drawing/2014/main" id="{83B23EC0-33A9-9F3F-0E71-951E7BB9E826}"/>
              </a:ext>
            </a:extLst>
          </p:cNvPr>
          <p:cNvSpPr txBox="1"/>
          <p:nvPr/>
        </p:nvSpPr>
        <p:spPr>
          <a:xfrm>
            <a:off x="6706895" y="4689380"/>
            <a:ext cx="5166392" cy="369332"/>
          </a:xfrm>
          <a:prstGeom prst="rect">
            <a:avLst/>
          </a:prstGeom>
          <a:noFill/>
        </p:spPr>
        <p:txBody>
          <a:bodyPr wrap="square">
            <a:spAutoFit/>
          </a:bodyPr>
          <a:lstStyle/>
          <a:p>
            <a:r>
              <a:rPr lang="en-US" dirty="0"/>
              <a:t>Keep deployments accurate and up to date.</a:t>
            </a:r>
          </a:p>
        </p:txBody>
      </p:sp>
      <p:sp>
        <p:nvSpPr>
          <p:cNvPr id="6" name="TextBox 5">
            <a:extLst>
              <a:ext uri="{FF2B5EF4-FFF2-40B4-BE49-F238E27FC236}">
                <a16:creationId xmlns:a16="http://schemas.microsoft.com/office/drawing/2014/main" id="{741B5D96-DC50-8133-681B-8916DD52ACF3}"/>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0F34A90F-14D7-EC65-23CC-EEA39B263555}"/>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C01106F5-E18C-4047-6627-10BEE865424F}"/>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9906563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63D80-0004-B84A-7C40-976928F26C9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CBF8C20-E4C8-7009-93E4-1C2C8A2B0711}"/>
              </a:ext>
            </a:extLst>
          </p:cNvPr>
          <p:cNvSpPr>
            <a:spLocks noGrp="1"/>
          </p:cNvSpPr>
          <p:nvPr>
            <p:ph type="body" sz="quarter" idx="28"/>
          </p:nvPr>
        </p:nvSpPr>
        <p:spPr>
          <a:xfrm>
            <a:off x="1404620" y="2586269"/>
            <a:ext cx="9382760" cy="1685461"/>
          </a:xfrm>
        </p:spPr>
        <p:txBody>
          <a:bodyPr/>
          <a:lstStyle/>
          <a:p>
            <a:r>
              <a:rPr lang="en-US" sz="6000" dirty="0"/>
              <a:t>Configure Applications &amp; Access in </a:t>
            </a:r>
            <a:r>
              <a:rPr lang="en-US" sz="6000" dirty="0" err="1"/>
              <a:t>GitOps</a:t>
            </a:r>
            <a:r>
              <a:rPr lang="en-US" sz="6000" dirty="0"/>
              <a:t> Controller</a:t>
            </a:r>
          </a:p>
        </p:txBody>
      </p:sp>
    </p:spTree>
    <p:extLst>
      <p:ext uri="{BB962C8B-B14F-4D97-AF65-F5344CB8AC3E}">
        <p14:creationId xmlns:p14="http://schemas.microsoft.com/office/powerpoint/2010/main" val="29969165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5C837-2DED-29C9-63F5-787DE85EAB5C}"/>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0CC95A4-BC3C-0519-9A4B-3B4D211FD187}"/>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A21AE17E-6B9C-7C8A-D490-F8FF799C106D}"/>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0563B156-7BC0-484A-4FA7-F21551495B61}"/>
              </a:ext>
            </a:extLst>
          </p:cNvPr>
          <p:cNvSpPr txBox="1"/>
          <p:nvPr/>
        </p:nvSpPr>
        <p:spPr>
          <a:xfrm>
            <a:off x="2168433" y="300122"/>
            <a:ext cx="8456023" cy="646331"/>
          </a:xfrm>
          <a:prstGeom prst="rect">
            <a:avLst/>
          </a:prstGeom>
          <a:noFill/>
        </p:spPr>
        <p:txBody>
          <a:bodyPr wrap="square">
            <a:spAutoFit/>
          </a:bodyPr>
          <a:lstStyle/>
          <a:p>
            <a:r>
              <a:rPr lang="en-US" sz="3600" dirty="0"/>
              <a:t>Configure Argo CD Applications &amp; Access</a:t>
            </a:r>
          </a:p>
        </p:txBody>
      </p:sp>
      <p:sp>
        <p:nvSpPr>
          <p:cNvPr id="2" name="TextBox 1">
            <a:extLst>
              <a:ext uri="{FF2B5EF4-FFF2-40B4-BE49-F238E27FC236}">
                <a16:creationId xmlns:a16="http://schemas.microsoft.com/office/drawing/2014/main" id="{EB13F5A9-1FF0-D58B-5C2D-1A5CDBA93792}"/>
              </a:ext>
            </a:extLst>
          </p:cNvPr>
          <p:cNvSpPr txBox="1"/>
          <p:nvPr/>
        </p:nvSpPr>
        <p:spPr>
          <a:xfrm>
            <a:off x="6402095" y="2434839"/>
            <a:ext cx="5166392" cy="1200329"/>
          </a:xfrm>
          <a:prstGeom prst="rect">
            <a:avLst/>
          </a:prstGeom>
          <a:noFill/>
        </p:spPr>
        <p:txBody>
          <a:bodyPr wrap="square">
            <a:spAutoFit/>
          </a:bodyPr>
          <a:lstStyle/>
          <a:p>
            <a:r>
              <a:rPr lang="en-US" dirty="0"/>
              <a:t>Create the Argo CD project and application, configure the Helm chart and environment-specific values, and assign access permissions following the DevOps Operation Standards document</a:t>
            </a:r>
          </a:p>
        </p:txBody>
      </p:sp>
      <p:sp>
        <p:nvSpPr>
          <p:cNvPr id="5" name="TextBox 4">
            <a:extLst>
              <a:ext uri="{FF2B5EF4-FFF2-40B4-BE49-F238E27FC236}">
                <a16:creationId xmlns:a16="http://schemas.microsoft.com/office/drawing/2014/main" id="{47EA9565-8830-C10B-5B47-AEEFCBD44977}"/>
              </a:ext>
            </a:extLst>
          </p:cNvPr>
          <p:cNvSpPr txBox="1"/>
          <p:nvPr/>
        </p:nvSpPr>
        <p:spPr>
          <a:xfrm>
            <a:off x="6402095" y="4560977"/>
            <a:ext cx="5166392" cy="923330"/>
          </a:xfrm>
          <a:prstGeom prst="rect">
            <a:avLst/>
          </a:prstGeom>
          <a:noFill/>
        </p:spPr>
        <p:txBody>
          <a:bodyPr wrap="square">
            <a:spAutoFit/>
          </a:bodyPr>
          <a:lstStyle/>
          <a:p>
            <a:r>
              <a:rPr lang="en-US" dirty="0"/>
              <a:t>To enable controlled and automated deployments to OpenShift while allowing the team to monitor and manage releases securely.</a:t>
            </a:r>
          </a:p>
        </p:txBody>
      </p:sp>
      <p:sp>
        <p:nvSpPr>
          <p:cNvPr id="6" name="TextBox 5">
            <a:extLst>
              <a:ext uri="{FF2B5EF4-FFF2-40B4-BE49-F238E27FC236}">
                <a16:creationId xmlns:a16="http://schemas.microsoft.com/office/drawing/2014/main" id="{D2937110-E415-5C3B-BFFE-4591C050BFB3}"/>
              </a:ext>
            </a:extLst>
          </p:cNvPr>
          <p:cNvSpPr txBox="1"/>
          <p:nvPr/>
        </p:nvSpPr>
        <p:spPr>
          <a:xfrm>
            <a:off x="6402095" y="2054483"/>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6F314598-2668-9694-D424-BD2B103CE485}"/>
              </a:ext>
            </a:extLst>
          </p:cNvPr>
          <p:cNvSpPr txBox="1"/>
          <p:nvPr/>
        </p:nvSpPr>
        <p:spPr>
          <a:xfrm>
            <a:off x="6402095" y="4221355"/>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34C4F598-A52D-84E9-0089-F08CCA2A5E9B}"/>
              </a:ext>
            </a:extLst>
          </p:cNvPr>
          <p:cNvSpPr/>
          <p:nvPr/>
        </p:nvSpPr>
        <p:spPr>
          <a:xfrm>
            <a:off x="967819" y="1885535"/>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32356277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F46AC-8E9E-D778-834F-8C473D487AC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35977F-DA86-5611-463B-0903FAA2D91C}"/>
              </a:ext>
            </a:extLst>
          </p:cNvPr>
          <p:cNvSpPr>
            <a:spLocks noGrp="1"/>
          </p:cNvSpPr>
          <p:nvPr>
            <p:ph type="body" sz="quarter" idx="28"/>
          </p:nvPr>
        </p:nvSpPr>
        <p:spPr>
          <a:xfrm>
            <a:off x="1404620" y="2586269"/>
            <a:ext cx="9382760" cy="1685461"/>
          </a:xfrm>
        </p:spPr>
        <p:txBody>
          <a:bodyPr/>
          <a:lstStyle/>
          <a:p>
            <a:r>
              <a:rPr lang="en-US" sz="6000"/>
              <a:t>Configure Traffic Routing</a:t>
            </a:r>
            <a:endParaRPr lang="en-US" sz="6000" dirty="0"/>
          </a:p>
        </p:txBody>
      </p:sp>
    </p:spTree>
    <p:extLst>
      <p:ext uri="{BB962C8B-B14F-4D97-AF65-F5344CB8AC3E}">
        <p14:creationId xmlns:p14="http://schemas.microsoft.com/office/powerpoint/2010/main" val="35640925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FD4D8-3F44-1B40-0965-5EDD18D412DF}"/>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05B4BA0-23FD-3BD0-5029-381846BE1A1C}"/>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B26E853-26AF-68A6-6D52-A92761511B79}"/>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88962F83-4202-CCFC-7D34-FB62819E7000}"/>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Configure Traffic Routing</a:t>
            </a:r>
            <a:endParaRPr lang="en-US" sz="4000" dirty="0">
              <a:solidFill>
                <a:prstClr val="black"/>
              </a:solidFill>
              <a:latin typeface="Calibri" panose="020F0502020204030204"/>
            </a:endParaRPr>
          </a:p>
        </p:txBody>
      </p:sp>
      <p:sp>
        <p:nvSpPr>
          <p:cNvPr id="2" name="TextBox 1">
            <a:extLst>
              <a:ext uri="{FF2B5EF4-FFF2-40B4-BE49-F238E27FC236}">
                <a16:creationId xmlns:a16="http://schemas.microsoft.com/office/drawing/2014/main" id="{3D291F91-DB7C-B148-FAF9-6EF8B75F5C85}"/>
              </a:ext>
            </a:extLst>
          </p:cNvPr>
          <p:cNvSpPr txBox="1"/>
          <p:nvPr/>
        </p:nvSpPr>
        <p:spPr>
          <a:xfrm>
            <a:off x="6354470" y="2425721"/>
            <a:ext cx="5166392" cy="1200329"/>
          </a:xfrm>
          <a:prstGeom prst="rect">
            <a:avLst/>
          </a:prstGeom>
          <a:noFill/>
        </p:spPr>
        <p:txBody>
          <a:bodyPr wrap="square">
            <a:spAutoFit/>
          </a:bodyPr>
          <a:lstStyle/>
          <a:p>
            <a:r>
              <a:rPr lang="en-US" dirty="0"/>
              <a:t>Configure traffic routing using DataPower or F5 to map domains, IPs, and ports to OpenShift services and enable load balancing  following the DevOps Operation Standards document</a:t>
            </a:r>
          </a:p>
        </p:txBody>
      </p:sp>
      <p:sp>
        <p:nvSpPr>
          <p:cNvPr id="5" name="TextBox 4">
            <a:extLst>
              <a:ext uri="{FF2B5EF4-FFF2-40B4-BE49-F238E27FC236}">
                <a16:creationId xmlns:a16="http://schemas.microsoft.com/office/drawing/2014/main" id="{C8182C54-5FCC-857D-CFAE-2145BD0DEB90}"/>
              </a:ext>
            </a:extLst>
          </p:cNvPr>
          <p:cNvSpPr txBox="1"/>
          <p:nvPr/>
        </p:nvSpPr>
        <p:spPr>
          <a:xfrm>
            <a:off x="6354470" y="4551859"/>
            <a:ext cx="5166392" cy="923330"/>
          </a:xfrm>
          <a:prstGeom prst="rect">
            <a:avLst/>
          </a:prstGeom>
          <a:noFill/>
        </p:spPr>
        <p:txBody>
          <a:bodyPr wrap="square">
            <a:spAutoFit/>
          </a:bodyPr>
          <a:lstStyle/>
          <a:p>
            <a:r>
              <a:rPr lang="en-US" dirty="0"/>
              <a:t>To ensure stable and seamless access to applications, and support failover or parallel routing between on-prem and OpenShift environments.</a:t>
            </a:r>
          </a:p>
        </p:txBody>
      </p:sp>
      <p:sp>
        <p:nvSpPr>
          <p:cNvPr id="6" name="TextBox 5">
            <a:extLst>
              <a:ext uri="{FF2B5EF4-FFF2-40B4-BE49-F238E27FC236}">
                <a16:creationId xmlns:a16="http://schemas.microsoft.com/office/drawing/2014/main" id="{9C574A11-FF3A-2005-4E24-E3F3B56A5243}"/>
              </a:ext>
            </a:extLst>
          </p:cNvPr>
          <p:cNvSpPr txBox="1"/>
          <p:nvPr/>
        </p:nvSpPr>
        <p:spPr>
          <a:xfrm>
            <a:off x="6354470" y="2045365"/>
            <a:ext cx="5166392" cy="369332"/>
          </a:xfrm>
          <a:prstGeom prst="rect">
            <a:avLst/>
          </a:prstGeom>
          <a:noFill/>
        </p:spPr>
        <p:txBody>
          <a:bodyPr wrap="square">
            <a:spAutoFit/>
          </a:bodyPr>
          <a:lstStyle/>
          <a:p>
            <a:r>
              <a:rPr lang="en-US" b="1" dirty="0"/>
              <a:t>What</a:t>
            </a:r>
          </a:p>
        </p:txBody>
      </p:sp>
      <p:sp>
        <p:nvSpPr>
          <p:cNvPr id="7" name="TextBox 6">
            <a:extLst>
              <a:ext uri="{FF2B5EF4-FFF2-40B4-BE49-F238E27FC236}">
                <a16:creationId xmlns:a16="http://schemas.microsoft.com/office/drawing/2014/main" id="{A920070E-9C44-FEB2-DB8A-22CEE75FCC02}"/>
              </a:ext>
            </a:extLst>
          </p:cNvPr>
          <p:cNvSpPr txBox="1"/>
          <p:nvPr/>
        </p:nvSpPr>
        <p:spPr>
          <a:xfrm>
            <a:off x="6354470" y="4212237"/>
            <a:ext cx="5166392" cy="369332"/>
          </a:xfrm>
          <a:prstGeom prst="rect">
            <a:avLst/>
          </a:prstGeom>
          <a:noFill/>
        </p:spPr>
        <p:txBody>
          <a:bodyPr wrap="square">
            <a:spAutoFit/>
          </a:bodyPr>
          <a:lstStyle/>
          <a:p>
            <a:r>
              <a:rPr lang="en-US" b="1" dirty="0"/>
              <a:t>Why</a:t>
            </a:r>
          </a:p>
        </p:txBody>
      </p:sp>
      <p:sp>
        <p:nvSpPr>
          <p:cNvPr id="9" name="Rectangle 8">
            <a:extLst>
              <a:ext uri="{FF2B5EF4-FFF2-40B4-BE49-F238E27FC236}">
                <a16:creationId xmlns:a16="http://schemas.microsoft.com/office/drawing/2014/main" id="{5FAC37DB-6E9B-03AD-C8B0-0B5DDC8AB042}"/>
              </a:ext>
            </a:extLst>
          </p:cNvPr>
          <p:cNvSpPr/>
          <p:nvPr/>
        </p:nvSpPr>
        <p:spPr>
          <a:xfrm>
            <a:off x="920194" y="1876417"/>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4841047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75D8A-0604-C37D-D6B5-C1238A88CA3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BC4C617-153E-243F-7E96-7F7126D61C52}"/>
              </a:ext>
            </a:extLst>
          </p:cNvPr>
          <p:cNvSpPr>
            <a:spLocks noGrp="1"/>
          </p:cNvSpPr>
          <p:nvPr>
            <p:ph type="body" sz="quarter" idx="28"/>
          </p:nvPr>
        </p:nvSpPr>
        <p:spPr>
          <a:xfrm>
            <a:off x="1404620" y="2586269"/>
            <a:ext cx="9382760" cy="1685461"/>
          </a:xfrm>
        </p:spPr>
        <p:txBody>
          <a:bodyPr/>
          <a:lstStyle/>
          <a:p>
            <a:r>
              <a:rPr lang="en-US" sz="6000" dirty="0"/>
              <a:t>Define On-Prem Deployment as Code</a:t>
            </a:r>
          </a:p>
        </p:txBody>
      </p:sp>
    </p:spTree>
    <p:extLst>
      <p:ext uri="{BB962C8B-B14F-4D97-AF65-F5344CB8AC3E}">
        <p14:creationId xmlns:p14="http://schemas.microsoft.com/office/powerpoint/2010/main" val="23872602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714A-2633-0536-EB59-E8DE7A6D9F22}"/>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2AA19CC8-5BDE-87F9-940B-2329A1F2B1B1}"/>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9F7C7C61-7FE6-C613-1A59-5EFF7916F3B0}"/>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6110731-FEA5-10AF-C279-07DE6E719768}"/>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Define On-Prem Deployment as Code</a:t>
            </a:r>
          </a:p>
        </p:txBody>
      </p:sp>
      <p:sp>
        <p:nvSpPr>
          <p:cNvPr id="5" name="TextBox 4">
            <a:extLst>
              <a:ext uri="{FF2B5EF4-FFF2-40B4-BE49-F238E27FC236}">
                <a16:creationId xmlns:a16="http://schemas.microsoft.com/office/drawing/2014/main" id="{DD3A22F3-51E1-1B69-F51C-53E2F37CFBD6}"/>
              </a:ext>
            </a:extLst>
          </p:cNvPr>
          <p:cNvSpPr txBox="1"/>
          <p:nvPr/>
        </p:nvSpPr>
        <p:spPr>
          <a:xfrm>
            <a:off x="6497345" y="2181642"/>
            <a:ext cx="5166392" cy="1754326"/>
          </a:xfrm>
          <a:prstGeom prst="rect">
            <a:avLst/>
          </a:prstGeom>
          <a:noFill/>
        </p:spPr>
        <p:txBody>
          <a:bodyPr wrap="square">
            <a:spAutoFit/>
          </a:bodyPr>
          <a:lstStyle/>
          <a:p>
            <a:r>
              <a:rPr lang="en-US" dirty="0"/>
              <a:t>Define deployment automation for On-Prem environments by creating deployment manifests and scripts (currently implemented using Ansible playbooks) to standardize application rollout across servers.</a:t>
            </a:r>
          </a:p>
          <a:p>
            <a:r>
              <a:rPr lang="en-US" dirty="0"/>
              <a:t>Following DevOps Engineering Standards document</a:t>
            </a:r>
          </a:p>
        </p:txBody>
      </p:sp>
      <p:sp>
        <p:nvSpPr>
          <p:cNvPr id="6" name="TextBox 5">
            <a:extLst>
              <a:ext uri="{FF2B5EF4-FFF2-40B4-BE49-F238E27FC236}">
                <a16:creationId xmlns:a16="http://schemas.microsoft.com/office/drawing/2014/main" id="{3A0D39A5-DC4D-61FA-FE10-FD1A3CFF2902}"/>
              </a:ext>
            </a:extLst>
          </p:cNvPr>
          <p:cNvSpPr txBox="1"/>
          <p:nvPr/>
        </p:nvSpPr>
        <p:spPr>
          <a:xfrm>
            <a:off x="6497345" y="4569118"/>
            <a:ext cx="5166392" cy="1200329"/>
          </a:xfrm>
          <a:prstGeom prst="rect">
            <a:avLst/>
          </a:prstGeom>
          <a:noFill/>
        </p:spPr>
        <p:txBody>
          <a:bodyPr wrap="square">
            <a:spAutoFit/>
          </a:bodyPr>
          <a:lstStyle/>
          <a:p>
            <a:r>
              <a:rPr lang="en-US" dirty="0"/>
              <a:t>To codify the deployment process as automation so releases can be executed consistently and safely across environments, minimizing manual steps and enabling reliable Continuous Deployment.</a:t>
            </a:r>
          </a:p>
        </p:txBody>
      </p:sp>
      <p:sp>
        <p:nvSpPr>
          <p:cNvPr id="7" name="TextBox 6">
            <a:extLst>
              <a:ext uri="{FF2B5EF4-FFF2-40B4-BE49-F238E27FC236}">
                <a16:creationId xmlns:a16="http://schemas.microsoft.com/office/drawing/2014/main" id="{4E318387-D4FB-3CDD-01DC-FB217CC5AD55}"/>
              </a:ext>
            </a:extLst>
          </p:cNvPr>
          <p:cNvSpPr txBox="1"/>
          <p:nvPr/>
        </p:nvSpPr>
        <p:spPr>
          <a:xfrm>
            <a:off x="6497345" y="1801286"/>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25D5CAAB-D360-D1BE-7655-CEFBB59CF1F3}"/>
              </a:ext>
            </a:extLst>
          </p:cNvPr>
          <p:cNvSpPr txBox="1"/>
          <p:nvPr/>
        </p:nvSpPr>
        <p:spPr>
          <a:xfrm>
            <a:off x="6497345" y="4229496"/>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47268F3C-0C8E-0E35-B556-8F3DA1B22B87}"/>
              </a:ext>
            </a:extLst>
          </p:cNvPr>
          <p:cNvSpPr/>
          <p:nvPr/>
        </p:nvSpPr>
        <p:spPr>
          <a:xfrm>
            <a:off x="1063069" y="1949041"/>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23663355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B9894-0EAF-0B82-25EC-42480F5FD6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64BDCEB-F9C5-9AA8-8987-E30C344A8584}"/>
              </a:ext>
            </a:extLst>
          </p:cNvPr>
          <p:cNvSpPr>
            <a:spLocks noGrp="1"/>
          </p:cNvSpPr>
          <p:nvPr>
            <p:ph type="body" sz="quarter" idx="28"/>
          </p:nvPr>
        </p:nvSpPr>
        <p:spPr>
          <a:xfrm>
            <a:off x="1404620" y="2586269"/>
            <a:ext cx="9382760" cy="1685461"/>
          </a:xfrm>
        </p:spPr>
        <p:txBody>
          <a:bodyPr/>
          <a:lstStyle/>
          <a:p>
            <a:r>
              <a:rPr lang="en-US" sz="6000" dirty="0"/>
              <a:t>Prepare Server Access Account</a:t>
            </a:r>
          </a:p>
        </p:txBody>
      </p:sp>
    </p:spTree>
    <p:extLst>
      <p:ext uri="{BB962C8B-B14F-4D97-AF65-F5344CB8AC3E}">
        <p14:creationId xmlns:p14="http://schemas.microsoft.com/office/powerpoint/2010/main" val="14824186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BBC3A-EEE0-CE72-D7B9-AA791F412D22}"/>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1740999-6682-CB7D-36F3-AEDB039DAD28}"/>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C36E7C49-598D-D260-51CE-E5E3DBFFC0CB}"/>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91C68F24-1C48-073B-9E6D-827DFE52830A}"/>
              </a:ext>
            </a:extLst>
          </p:cNvPr>
          <p:cNvSpPr txBox="1"/>
          <p:nvPr/>
        </p:nvSpPr>
        <p:spPr>
          <a:xfrm>
            <a:off x="2168433" y="300122"/>
            <a:ext cx="8456023" cy="707886"/>
          </a:xfrm>
          <a:prstGeom prst="rect">
            <a:avLst/>
          </a:prstGeom>
          <a:noFill/>
        </p:spPr>
        <p:txBody>
          <a:bodyPr wrap="square">
            <a:spAutoFit/>
          </a:bodyPr>
          <a:lstStyle/>
          <a:p>
            <a:pPr lvl="0">
              <a:defRPr/>
            </a:pPr>
            <a:r>
              <a:rPr lang="en-US" sz="4000" dirty="0"/>
              <a:t>Prepare Server Access Account</a:t>
            </a:r>
          </a:p>
        </p:txBody>
      </p:sp>
      <p:sp>
        <p:nvSpPr>
          <p:cNvPr id="5" name="TextBox 4">
            <a:extLst>
              <a:ext uri="{FF2B5EF4-FFF2-40B4-BE49-F238E27FC236}">
                <a16:creationId xmlns:a16="http://schemas.microsoft.com/office/drawing/2014/main" id="{D4A3B96A-49BB-AE83-7420-2B74368099EF}"/>
              </a:ext>
            </a:extLst>
          </p:cNvPr>
          <p:cNvSpPr txBox="1"/>
          <p:nvPr/>
        </p:nvSpPr>
        <p:spPr>
          <a:xfrm>
            <a:off x="6497345" y="2308039"/>
            <a:ext cx="5166392" cy="1477328"/>
          </a:xfrm>
          <a:prstGeom prst="rect">
            <a:avLst/>
          </a:prstGeom>
          <a:noFill/>
        </p:spPr>
        <p:txBody>
          <a:bodyPr wrap="square">
            <a:spAutoFit/>
          </a:bodyPr>
          <a:lstStyle/>
          <a:p>
            <a:r>
              <a:rPr lang="en-US" dirty="0"/>
              <a:t>Create a dedicated remote user account on target servers for deployment automation and grant required permissions for application deployment tasks.</a:t>
            </a:r>
          </a:p>
          <a:p>
            <a:r>
              <a:rPr lang="en-US" dirty="0"/>
              <a:t>Following DevOps Operation Standards document</a:t>
            </a:r>
          </a:p>
        </p:txBody>
      </p:sp>
      <p:sp>
        <p:nvSpPr>
          <p:cNvPr id="6" name="TextBox 5">
            <a:extLst>
              <a:ext uri="{FF2B5EF4-FFF2-40B4-BE49-F238E27FC236}">
                <a16:creationId xmlns:a16="http://schemas.microsoft.com/office/drawing/2014/main" id="{CC80CE4C-5CD8-0781-231D-78D90FDD1303}"/>
              </a:ext>
            </a:extLst>
          </p:cNvPr>
          <p:cNvSpPr txBox="1"/>
          <p:nvPr/>
        </p:nvSpPr>
        <p:spPr>
          <a:xfrm>
            <a:off x="6497345" y="4695515"/>
            <a:ext cx="5166392" cy="923330"/>
          </a:xfrm>
          <a:prstGeom prst="rect">
            <a:avLst/>
          </a:prstGeom>
          <a:noFill/>
        </p:spPr>
        <p:txBody>
          <a:bodyPr wrap="square">
            <a:spAutoFit/>
          </a:bodyPr>
          <a:lstStyle/>
          <a:p>
            <a:r>
              <a:rPr lang="en-US" dirty="0"/>
              <a:t>Allow Ansible to securely connect and execute deployment operations without using personal or root accounts.</a:t>
            </a:r>
          </a:p>
        </p:txBody>
      </p:sp>
      <p:sp>
        <p:nvSpPr>
          <p:cNvPr id="7" name="TextBox 6">
            <a:extLst>
              <a:ext uri="{FF2B5EF4-FFF2-40B4-BE49-F238E27FC236}">
                <a16:creationId xmlns:a16="http://schemas.microsoft.com/office/drawing/2014/main" id="{2386A451-B530-BB3C-442C-1932A88EF537}"/>
              </a:ext>
            </a:extLst>
          </p:cNvPr>
          <p:cNvSpPr txBox="1"/>
          <p:nvPr/>
        </p:nvSpPr>
        <p:spPr>
          <a:xfrm>
            <a:off x="6497345" y="1927683"/>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0B878C4B-9D44-3CED-44A2-5AC2F6D92FFE}"/>
              </a:ext>
            </a:extLst>
          </p:cNvPr>
          <p:cNvSpPr txBox="1"/>
          <p:nvPr/>
        </p:nvSpPr>
        <p:spPr>
          <a:xfrm>
            <a:off x="6497345" y="4355893"/>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CBEE68BE-547C-D7DB-DFD0-3099D2D6992E}"/>
              </a:ext>
            </a:extLst>
          </p:cNvPr>
          <p:cNvSpPr/>
          <p:nvPr/>
        </p:nvSpPr>
        <p:spPr>
          <a:xfrm>
            <a:off x="1063069" y="1894654"/>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40222778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5767A-5352-6CDC-0260-ABA1E0DC0B4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3C9CF87-5EE1-2BBC-82D9-46C3F1B6ADE6}"/>
              </a:ext>
            </a:extLst>
          </p:cNvPr>
          <p:cNvSpPr>
            <a:spLocks noGrp="1"/>
          </p:cNvSpPr>
          <p:nvPr>
            <p:ph type="body" sz="quarter" idx="28"/>
          </p:nvPr>
        </p:nvSpPr>
        <p:spPr>
          <a:xfrm>
            <a:off x="1404620" y="2586269"/>
            <a:ext cx="9382760" cy="1685461"/>
          </a:xfrm>
        </p:spPr>
        <p:txBody>
          <a:bodyPr/>
          <a:lstStyle/>
          <a:p>
            <a:r>
              <a:rPr lang="en-US" sz="6000" dirty="0"/>
              <a:t>Define Authentication Method</a:t>
            </a:r>
          </a:p>
        </p:txBody>
      </p:sp>
    </p:spTree>
    <p:extLst>
      <p:ext uri="{BB962C8B-B14F-4D97-AF65-F5344CB8AC3E}">
        <p14:creationId xmlns:p14="http://schemas.microsoft.com/office/powerpoint/2010/main" val="369722991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E6781-8DD2-2BFC-3CDA-54D9ACD3C0C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C837331F-1CDB-E9B6-A8C5-33CAE264AD0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7768CF72-C2BF-681C-3EB7-6333F2312149}"/>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4866B6D-8A95-76C6-6541-748C9D7D801F}"/>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Define Authentication Method</a:t>
            </a:r>
          </a:p>
        </p:txBody>
      </p:sp>
      <p:sp>
        <p:nvSpPr>
          <p:cNvPr id="6" name="TextBox 5">
            <a:extLst>
              <a:ext uri="{FF2B5EF4-FFF2-40B4-BE49-F238E27FC236}">
                <a16:creationId xmlns:a16="http://schemas.microsoft.com/office/drawing/2014/main" id="{6AC52E9B-1B69-303B-354C-5C340D3881FF}"/>
              </a:ext>
            </a:extLst>
          </p:cNvPr>
          <p:cNvSpPr txBox="1"/>
          <p:nvPr/>
        </p:nvSpPr>
        <p:spPr>
          <a:xfrm>
            <a:off x="6497345" y="2340004"/>
            <a:ext cx="5166392" cy="1477328"/>
          </a:xfrm>
          <a:prstGeom prst="rect">
            <a:avLst/>
          </a:prstGeom>
          <a:noFill/>
        </p:spPr>
        <p:txBody>
          <a:bodyPr wrap="square">
            <a:spAutoFit/>
          </a:bodyPr>
          <a:lstStyle/>
          <a:p>
            <a:r>
              <a:rPr lang="en-US" dirty="0"/>
              <a:t>Define or select the appropriate credential type in Ansible (e.g., Machine/SSH, Source Control, or custom type) to specify the authentication schema required for remote connections.</a:t>
            </a:r>
          </a:p>
          <a:p>
            <a:r>
              <a:rPr lang="en-US" dirty="0"/>
              <a:t>Following DevOps Operation Standards document</a:t>
            </a:r>
          </a:p>
        </p:txBody>
      </p:sp>
      <p:sp>
        <p:nvSpPr>
          <p:cNvPr id="7" name="TextBox 6">
            <a:extLst>
              <a:ext uri="{FF2B5EF4-FFF2-40B4-BE49-F238E27FC236}">
                <a16:creationId xmlns:a16="http://schemas.microsoft.com/office/drawing/2014/main" id="{952B8A19-37FC-1C45-33F8-07566B007274}"/>
              </a:ext>
            </a:extLst>
          </p:cNvPr>
          <p:cNvSpPr txBox="1"/>
          <p:nvPr/>
        </p:nvSpPr>
        <p:spPr>
          <a:xfrm>
            <a:off x="6497345" y="4371796"/>
            <a:ext cx="5166392" cy="1200329"/>
          </a:xfrm>
          <a:prstGeom prst="rect">
            <a:avLst/>
          </a:prstGeom>
          <a:noFill/>
        </p:spPr>
        <p:txBody>
          <a:bodyPr wrap="square">
            <a:spAutoFit/>
          </a:bodyPr>
          <a:lstStyle/>
          <a:p>
            <a:r>
              <a:rPr lang="en-US" dirty="0"/>
              <a:t>Standardize how authentication information is structured and securely managed, enabling reusable and consistent credential configuration across projects.</a:t>
            </a:r>
          </a:p>
        </p:txBody>
      </p:sp>
      <p:sp>
        <p:nvSpPr>
          <p:cNvPr id="9" name="TextBox 8">
            <a:extLst>
              <a:ext uri="{FF2B5EF4-FFF2-40B4-BE49-F238E27FC236}">
                <a16:creationId xmlns:a16="http://schemas.microsoft.com/office/drawing/2014/main" id="{6D1E2760-4521-6CE2-75E7-DE2F44F783DA}"/>
              </a:ext>
            </a:extLst>
          </p:cNvPr>
          <p:cNvSpPr txBox="1"/>
          <p:nvPr/>
        </p:nvSpPr>
        <p:spPr>
          <a:xfrm>
            <a:off x="6497345" y="1959648"/>
            <a:ext cx="5166392" cy="369332"/>
          </a:xfrm>
          <a:prstGeom prst="rect">
            <a:avLst/>
          </a:prstGeom>
          <a:noFill/>
        </p:spPr>
        <p:txBody>
          <a:bodyPr wrap="square">
            <a:spAutoFit/>
          </a:bodyPr>
          <a:lstStyle/>
          <a:p>
            <a:r>
              <a:rPr lang="en-US" b="1" dirty="0"/>
              <a:t>What</a:t>
            </a:r>
          </a:p>
        </p:txBody>
      </p:sp>
      <p:sp>
        <p:nvSpPr>
          <p:cNvPr id="10" name="TextBox 9">
            <a:extLst>
              <a:ext uri="{FF2B5EF4-FFF2-40B4-BE49-F238E27FC236}">
                <a16:creationId xmlns:a16="http://schemas.microsoft.com/office/drawing/2014/main" id="{4DF7B641-A16D-4831-ABC4-A80A224FE15D}"/>
              </a:ext>
            </a:extLst>
          </p:cNvPr>
          <p:cNvSpPr txBox="1"/>
          <p:nvPr/>
        </p:nvSpPr>
        <p:spPr>
          <a:xfrm>
            <a:off x="6497345" y="4032174"/>
            <a:ext cx="5166392" cy="369332"/>
          </a:xfrm>
          <a:prstGeom prst="rect">
            <a:avLst/>
          </a:prstGeom>
          <a:noFill/>
        </p:spPr>
        <p:txBody>
          <a:bodyPr wrap="square">
            <a:spAutoFit/>
          </a:bodyPr>
          <a:lstStyle/>
          <a:p>
            <a:r>
              <a:rPr lang="en-US" b="1" dirty="0"/>
              <a:t>Why</a:t>
            </a:r>
          </a:p>
        </p:txBody>
      </p:sp>
      <p:sp>
        <p:nvSpPr>
          <p:cNvPr id="11" name="Rectangle 10">
            <a:extLst>
              <a:ext uri="{FF2B5EF4-FFF2-40B4-BE49-F238E27FC236}">
                <a16:creationId xmlns:a16="http://schemas.microsoft.com/office/drawing/2014/main" id="{0052713E-EF02-48FD-B1FA-42319D965496}"/>
              </a:ext>
            </a:extLst>
          </p:cNvPr>
          <p:cNvSpPr/>
          <p:nvPr/>
        </p:nvSpPr>
        <p:spPr>
          <a:xfrm>
            <a:off x="1063069" y="1926619"/>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25297775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3689A-E7E0-60EA-59B1-C7792C91F43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F4D2872-CB3D-ED39-5B4C-96BAA56E0B0D}"/>
              </a:ext>
            </a:extLst>
          </p:cNvPr>
          <p:cNvSpPr>
            <a:spLocks noGrp="1"/>
          </p:cNvSpPr>
          <p:nvPr>
            <p:ph type="body" sz="quarter" idx="28"/>
          </p:nvPr>
        </p:nvSpPr>
        <p:spPr>
          <a:xfrm>
            <a:off x="1404620" y="2586269"/>
            <a:ext cx="9382760" cy="1685461"/>
          </a:xfrm>
        </p:spPr>
        <p:txBody>
          <a:bodyPr/>
          <a:lstStyle/>
          <a:p>
            <a:r>
              <a:rPr lang="en-US" sz="6000" dirty="0"/>
              <a:t>Configure Deployment Credentials</a:t>
            </a:r>
          </a:p>
        </p:txBody>
      </p:sp>
    </p:spTree>
    <p:extLst>
      <p:ext uri="{BB962C8B-B14F-4D97-AF65-F5344CB8AC3E}">
        <p14:creationId xmlns:p14="http://schemas.microsoft.com/office/powerpoint/2010/main" val="25580821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8D6E7-5CFF-2C79-40B6-7EA5AE4B971D}"/>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F34BAD78-C018-2358-776C-8BFE0AC35B5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E11A3513-D5F4-FD88-9C0A-2AF35E37B7D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CEA8DCB-3879-7AEA-1913-FD02E17808AC}"/>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Configure Deployment Credentials</a:t>
            </a:r>
          </a:p>
        </p:txBody>
      </p:sp>
      <p:sp>
        <p:nvSpPr>
          <p:cNvPr id="5" name="TextBox 4">
            <a:extLst>
              <a:ext uri="{FF2B5EF4-FFF2-40B4-BE49-F238E27FC236}">
                <a16:creationId xmlns:a16="http://schemas.microsoft.com/office/drawing/2014/main" id="{CCC4540C-0116-3973-043D-0E7EFDEED1C6}"/>
              </a:ext>
            </a:extLst>
          </p:cNvPr>
          <p:cNvSpPr txBox="1"/>
          <p:nvPr/>
        </p:nvSpPr>
        <p:spPr>
          <a:xfrm>
            <a:off x="6706895" y="2301904"/>
            <a:ext cx="5166392" cy="1200329"/>
          </a:xfrm>
          <a:prstGeom prst="rect">
            <a:avLst/>
          </a:prstGeom>
          <a:noFill/>
        </p:spPr>
        <p:txBody>
          <a:bodyPr wrap="square">
            <a:spAutoFit/>
          </a:bodyPr>
          <a:lstStyle/>
          <a:p>
            <a:r>
              <a:rPr lang="en-US" dirty="0"/>
              <a:t>Register the server access credentials (username/password or SSH key) in Ansible to authenticate remote connections.</a:t>
            </a:r>
          </a:p>
          <a:p>
            <a:r>
              <a:rPr lang="en-US" dirty="0"/>
              <a:t>Following DevOps Operation Standards document</a:t>
            </a:r>
          </a:p>
        </p:txBody>
      </p:sp>
      <p:sp>
        <p:nvSpPr>
          <p:cNvPr id="6" name="TextBox 5">
            <a:extLst>
              <a:ext uri="{FF2B5EF4-FFF2-40B4-BE49-F238E27FC236}">
                <a16:creationId xmlns:a16="http://schemas.microsoft.com/office/drawing/2014/main" id="{73D921C3-698E-A9D7-49EE-2D30418D23D0}"/>
              </a:ext>
            </a:extLst>
          </p:cNvPr>
          <p:cNvSpPr txBox="1"/>
          <p:nvPr/>
        </p:nvSpPr>
        <p:spPr>
          <a:xfrm>
            <a:off x="6706895" y="4689380"/>
            <a:ext cx="5166392" cy="646331"/>
          </a:xfrm>
          <a:prstGeom prst="rect">
            <a:avLst/>
          </a:prstGeom>
          <a:noFill/>
        </p:spPr>
        <p:txBody>
          <a:bodyPr wrap="square">
            <a:spAutoFit/>
          </a:bodyPr>
          <a:lstStyle/>
          <a:p>
            <a:r>
              <a:rPr lang="en-US" dirty="0"/>
              <a:t>Enable secure and centralized credential management for automated deployments.</a:t>
            </a:r>
          </a:p>
        </p:txBody>
      </p:sp>
      <p:sp>
        <p:nvSpPr>
          <p:cNvPr id="7" name="TextBox 6">
            <a:extLst>
              <a:ext uri="{FF2B5EF4-FFF2-40B4-BE49-F238E27FC236}">
                <a16:creationId xmlns:a16="http://schemas.microsoft.com/office/drawing/2014/main" id="{9C4D395D-F985-28F5-6B05-464FF7936BDD}"/>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FBBDED7E-0EDC-A9C9-22E1-69BAE5C73ACB}"/>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3FEB76C6-03B7-75FA-A353-FAF395BF567B}"/>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13692109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4AA4B-40B6-6799-5714-E82C1F8A507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37AC926-A752-BD91-8097-5E0AB4C53B80}"/>
              </a:ext>
            </a:extLst>
          </p:cNvPr>
          <p:cNvSpPr>
            <a:spLocks noGrp="1"/>
          </p:cNvSpPr>
          <p:nvPr>
            <p:ph type="body" sz="quarter" idx="28"/>
          </p:nvPr>
        </p:nvSpPr>
        <p:spPr>
          <a:xfrm>
            <a:off x="1404620" y="2586269"/>
            <a:ext cx="9382760" cy="1685461"/>
          </a:xfrm>
        </p:spPr>
        <p:txBody>
          <a:bodyPr/>
          <a:lstStyle/>
          <a:p>
            <a:r>
              <a:rPr lang="en-US" sz="6000" dirty="0"/>
              <a:t>Register Target Hosts</a:t>
            </a:r>
          </a:p>
        </p:txBody>
      </p:sp>
    </p:spTree>
    <p:extLst>
      <p:ext uri="{BB962C8B-B14F-4D97-AF65-F5344CB8AC3E}">
        <p14:creationId xmlns:p14="http://schemas.microsoft.com/office/powerpoint/2010/main" val="10807448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92AED-40C0-086D-35E7-E7620FFF6F7C}"/>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EAE3002B-2991-C75D-6874-C2C8B086C1A9}"/>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3A83DD08-383F-5451-25C3-64F1E21EC87E}"/>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72B327BC-ABDC-DD04-FADA-97EBAAA79E98}"/>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Register Target Hosts</a:t>
            </a:r>
          </a:p>
        </p:txBody>
      </p:sp>
      <p:sp>
        <p:nvSpPr>
          <p:cNvPr id="5" name="TextBox 4">
            <a:extLst>
              <a:ext uri="{FF2B5EF4-FFF2-40B4-BE49-F238E27FC236}">
                <a16:creationId xmlns:a16="http://schemas.microsoft.com/office/drawing/2014/main" id="{AFF8B2C1-8BB1-E563-4339-C930092B7696}"/>
              </a:ext>
            </a:extLst>
          </p:cNvPr>
          <p:cNvSpPr txBox="1"/>
          <p:nvPr/>
        </p:nvSpPr>
        <p:spPr>
          <a:xfrm>
            <a:off x="6706895" y="2301904"/>
            <a:ext cx="5166392" cy="923330"/>
          </a:xfrm>
          <a:prstGeom prst="rect">
            <a:avLst/>
          </a:prstGeom>
          <a:noFill/>
        </p:spPr>
        <p:txBody>
          <a:bodyPr wrap="square">
            <a:spAutoFit/>
          </a:bodyPr>
          <a:lstStyle/>
          <a:p>
            <a:r>
              <a:rPr lang="en-US" dirty="0"/>
              <a:t>Add target servers (hostname/IP/port/credential) into Ansible inventory for deployment targeting.</a:t>
            </a:r>
          </a:p>
          <a:p>
            <a:r>
              <a:rPr lang="en-US" dirty="0"/>
              <a:t>Following DevOps Operation Standards document</a:t>
            </a:r>
          </a:p>
        </p:txBody>
      </p:sp>
      <p:sp>
        <p:nvSpPr>
          <p:cNvPr id="6" name="TextBox 5">
            <a:extLst>
              <a:ext uri="{FF2B5EF4-FFF2-40B4-BE49-F238E27FC236}">
                <a16:creationId xmlns:a16="http://schemas.microsoft.com/office/drawing/2014/main" id="{235F0633-0AAA-E6E6-7EA5-2E9432567FDD}"/>
              </a:ext>
            </a:extLst>
          </p:cNvPr>
          <p:cNvSpPr txBox="1"/>
          <p:nvPr/>
        </p:nvSpPr>
        <p:spPr>
          <a:xfrm>
            <a:off x="6706895" y="4689380"/>
            <a:ext cx="5166392" cy="646331"/>
          </a:xfrm>
          <a:prstGeom prst="rect">
            <a:avLst/>
          </a:prstGeom>
          <a:noFill/>
        </p:spPr>
        <p:txBody>
          <a:bodyPr wrap="square">
            <a:spAutoFit/>
          </a:bodyPr>
          <a:lstStyle/>
          <a:p>
            <a:r>
              <a:rPr lang="en-US" dirty="0"/>
              <a:t>Allow Ansible to know where deployments should be executed.</a:t>
            </a:r>
          </a:p>
        </p:txBody>
      </p:sp>
      <p:sp>
        <p:nvSpPr>
          <p:cNvPr id="7" name="TextBox 6">
            <a:extLst>
              <a:ext uri="{FF2B5EF4-FFF2-40B4-BE49-F238E27FC236}">
                <a16:creationId xmlns:a16="http://schemas.microsoft.com/office/drawing/2014/main" id="{1CF3F2DC-6F10-E109-5843-55419AE30BF5}"/>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1CDE50EF-DCD7-4752-6996-6E2C1F02B9F5}"/>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E4FFA172-9E2A-AB2C-EDC1-3157BA9BF2C5}"/>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22310319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A7164-03CA-01E5-5B01-DD5C884F410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4A85907-89D5-9CAF-8EE5-6391D4160821}"/>
              </a:ext>
            </a:extLst>
          </p:cNvPr>
          <p:cNvSpPr>
            <a:spLocks noGrp="1"/>
          </p:cNvSpPr>
          <p:nvPr>
            <p:ph type="body" sz="quarter" idx="28"/>
          </p:nvPr>
        </p:nvSpPr>
        <p:spPr>
          <a:xfrm>
            <a:off x="1404620" y="2586269"/>
            <a:ext cx="9382760" cy="1685461"/>
          </a:xfrm>
        </p:spPr>
        <p:txBody>
          <a:bodyPr/>
          <a:lstStyle/>
          <a:p>
            <a:r>
              <a:rPr lang="en-US" sz="6000" dirty="0"/>
              <a:t>Register Deployment Project Repository</a:t>
            </a:r>
          </a:p>
        </p:txBody>
      </p:sp>
    </p:spTree>
    <p:extLst>
      <p:ext uri="{BB962C8B-B14F-4D97-AF65-F5344CB8AC3E}">
        <p14:creationId xmlns:p14="http://schemas.microsoft.com/office/powerpoint/2010/main" val="28726056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6A36B-AEBE-B7E1-C283-680F42A99D03}"/>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21D5CC4-0939-1030-52BE-B7A6390CF387}"/>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3026DDD6-6E23-4BA8-F7EC-C3D723CB08AE}"/>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3CF42BCA-1C5F-308B-E7D2-07D2E4F5E9E4}"/>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Register Deployment Project Repository</a:t>
            </a:r>
          </a:p>
        </p:txBody>
      </p:sp>
      <p:sp>
        <p:nvSpPr>
          <p:cNvPr id="5" name="TextBox 4">
            <a:extLst>
              <a:ext uri="{FF2B5EF4-FFF2-40B4-BE49-F238E27FC236}">
                <a16:creationId xmlns:a16="http://schemas.microsoft.com/office/drawing/2014/main" id="{F9B41A40-19E1-E0D1-FBC4-FEC97FFBEF2F}"/>
              </a:ext>
            </a:extLst>
          </p:cNvPr>
          <p:cNvSpPr txBox="1"/>
          <p:nvPr/>
        </p:nvSpPr>
        <p:spPr>
          <a:xfrm>
            <a:off x="6706895" y="2301904"/>
            <a:ext cx="5166392" cy="923330"/>
          </a:xfrm>
          <a:prstGeom prst="rect">
            <a:avLst/>
          </a:prstGeom>
          <a:noFill/>
        </p:spPr>
        <p:txBody>
          <a:bodyPr wrap="square">
            <a:spAutoFit/>
          </a:bodyPr>
          <a:lstStyle/>
          <a:p>
            <a:r>
              <a:rPr lang="en-US" dirty="0"/>
              <a:t>Create an Ansible Project linked to the Git repository containing deployment playbooks.</a:t>
            </a:r>
          </a:p>
          <a:p>
            <a:r>
              <a:rPr lang="en-US" dirty="0"/>
              <a:t>Following DevOps Operation Standards document</a:t>
            </a:r>
          </a:p>
        </p:txBody>
      </p:sp>
      <p:sp>
        <p:nvSpPr>
          <p:cNvPr id="6" name="TextBox 5">
            <a:extLst>
              <a:ext uri="{FF2B5EF4-FFF2-40B4-BE49-F238E27FC236}">
                <a16:creationId xmlns:a16="http://schemas.microsoft.com/office/drawing/2014/main" id="{C1ECF384-74F3-02C0-7C9F-7258C7671130}"/>
              </a:ext>
            </a:extLst>
          </p:cNvPr>
          <p:cNvSpPr txBox="1"/>
          <p:nvPr/>
        </p:nvSpPr>
        <p:spPr>
          <a:xfrm>
            <a:off x="6706895" y="4689380"/>
            <a:ext cx="5166392" cy="646331"/>
          </a:xfrm>
          <a:prstGeom prst="rect">
            <a:avLst/>
          </a:prstGeom>
          <a:noFill/>
        </p:spPr>
        <p:txBody>
          <a:bodyPr wrap="square">
            <a:spAutoFit/>
          </a:bodyPr>
          <a:lstStyle/>
          <a:p>
            <a:r>
              <a:rPr lang="en-US" dirty="0"/>
              <a:t>Allow Ansible to fetch and version-control deployment automation scripts.</a:t>
            </a:r>
          </a:p>
        </p:txBody>
      </p:sp>
      <p:sp>
        <p:nvSpPr>
          <p:cNvPr id="7" name="TextBox 6">
            <a:extLst>
              <a:ext uri="{FF2B5EF4-FFF2-40B4-BE49-F238E27FC236}">
                <a16:creationId xmlns:a16="http://schemas.microsoft.com/office/drawing/2014/main" id="{605124FB-9415-CC1C-4717-0F2933A34548}"/>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5E0C11FE-FCAD-5CF7-560C-02593E540E03}"/>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A4A4AC39-CF76-E30E-D664-F75133866991}"/>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235561487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C861E-DC0D-CFC8-D967-54CEF4636CA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9AD6567-7BF6-0E88-D161-F2F38C75A92A}"/>
              </a:ext>
            </a:extLst>
          </p:cNvPr>
          <p:cNvSpPr>
            <a:spLocks noGrp="1"/>
          </p:cNvSpPr>
          <p:nvPr>
            <p:ph type="body" sz="quarter" idx="28"/>
          </p:nvPr>
        </p:nvSpPr>
        <p:spPr>
          <a:xfrm>
            <a:off x="1404620" y="2586269"/>
            <a:ext cx="9382760" cy="1685461"/>
          </a:xfrm>
        </p:spPr>
        <p:txBody>
          <a:bodyPr/>
          <a:lstStyle/>
          <a:p>
            <a:r>
              <a:rPr lang="en-US" sz="6000" dirty="0"/>
              <a:t>Create Deployment Execution Template</a:t>
            </a:r>
          </a:p>
        </p:txBody>
      </p:sp>
    </p:spTree>
    <p:extLst>
      <p:ext uri="{BB962C8B-B14F-4D97-AF65-F5344CB8AC3E}">
        <p14:creationId xmlns:p14="http://schemas.microsoft.com/office/powerpoint/2010/main" val="777615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7E25A-C643-023C-B8BF-CD3F0BE002C1}"/>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161BB1FE-A5EA-AA20-3379-027D06117EC6}"/>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7C428330-6806-32A4-6A0B-80001E986DA4}"/>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F3285E80-5CE0-E5B9-955D-D010E7F8CB48}"/>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Create Deployment Execution Template</a:t>
            </a:r>
          </a:p>
        </p:txBody>
      </p:sp>
      <p:sp>
        <p:nvSpPr>
          <p:cNvPr id="5" name="TextBox 4">
            <a:extLst>
              <a:ext uri="{FF2B5EF4-FFF2-40B4-BE49-F238E27FC236}">
                <a16:creationId xmlns:a16="http://schemas.microsoft.com/office/drawing/2014/main" id="{DED32287-B20F-289A-338A-FFCE1867615A}"/>
              </a:ext>
            </a:extLst>
          </p:cNvPr>
          <p:cNvSpPr txBox="1"/>
          <p:nvPr/>
        </p:nvSpPr>
        <p:spPr>
          <a:xfrm>
            <a:off x="6706895" y="2301904"/>
            <a:ext cx="5166392" cy="1200329"/>
          </a:xfrm>
          <a:prstGeom prst="rect">
            <a:avLst/>
          </a:prstGeom>
          <a:noFill/>
        </p:spPr>
        <p:txBody>
          <a:bodyPr wrap="square">
            <a:spAutoFit/>
          </a:bodyPr>
          <a:lstStyle/>
          <a:p>
            <a:r>
              <a:rPr lang="en-US" dirty="0"/>
              <a:t>Create a Job Template that defines inventory, project, playbook, credentials, and runtime variables for executing deployments.</a:t>
            </a:r>
          </a:p>
          <a:p>
            <a:r>
              <a:rPr lang="en-US" dirty="0"/>
              <a:t>Following DevOps Operation Standards document</a:t>
            </a:r>
          </a:p>
        </p:txBody>
      </p:sp>
      <p:sp>
        <p:nvSpPr>
          <p:cNvPr id="6" name="TextBox 5">
            <a:extLst>
              <a:ext uri="{FF2B5EF4-FFF2-40B4-BE49-F238E27FC236}">
                <a16:creationId xmlns:a16="http://schemas.microsoft.com/office/drawing/2014/main" id="{1C1D0260-00DF-45FF-37DC-E25CAB71BF75}"/>
              </a:ext>
            </a:extLst>
          </p:cNvPr>
          <p:cNvSpPr txBox="1"/>
          <p:nvPr/>
        </p:nvSpPr>
        <p:spPr>
          <a:xfrm>
            <a:off x="6706895" y="4689380"/>
            <a:ext cx="5166392" cy="646331"/>
          </a:xfrm>
          <a:prstGeom prst="rect">
            <a:avLst/>
          </a:prstGeom>
          <a:noFill/>
        </p:spPr>
        <p:txBody>
          <a:bodyPr wrap="square">
            <a:spAutoFit/>
          </a:bodyPr>
          <a:lstStyle/>
          <a:p>
            <a:r>
              <a:rPr lang="en-US" dirty="0"/>
              <a:t>Provide a standardized and repeatable way to trigger deployments.</a:t>
            </a:r>
          </a:p>
        </p:txBody>
      </p:sp>
      <p:sp>
        <p:nvSpPr>
          <p:cNvPr id="7" name="TextBox 6">
            <a:extLst>
              <a:ext uri="{FF2B5EF4-FFF2-40B4-BE49-F238E27FC236}">
                <a16:creationId xmlns:a16="http://schemas.microsoft.com/office/drawing/2014/main" id="{27C1CE09-3DCC-43F2-9E8A-94218ED61CE7}"/>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EB43547D-8169-FD9A-95EE-92AC8DEE6977}"/>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0C624C9B-FBD5-49C5-7647-9C0047F20E8B}"/>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6354150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A7076-7D82-C0A4-EF9B-7B47EEA3F0B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545CEE-923A-3499-D533-615909B8A0E0}"/>
              </a:ext>
            </a:extLst>
          </p:cNvPr>
          <p:cNvSpPr>
            <a:spLocks noGrp="1"/>
          </p:cNvSpPr>
          <p:nvPr>
            <p:ph type="body" sz="quarter" idx="28"/>
          </p:nvPr>
        </p:nvSpPr>
        <p:spPr>
          <a:xfrm>
            <a:off x="1404620" y="2586269"/>
            <a:ext cx="9382760" cy="1685461"/>
          </a:xfrm>
        </p:spPr>
        <p:txBody>
          <a:bodyPr/>
          <a:lstStyle/>
          <a:p>
            <a:r>
              <a:rPr lang="en-US" sz="6000" dirty="0"/>
              <a:t>Configure Access Control</a:t>
            </a:r>
          </a:p>
        </p:txBody>
      </p:sp>
    </p:spTree>
    <p:extLst>
      <p:ext uri="{BB962C8B-B14F-4D97-AF65-F5344CB8AC3E}">
        <p14:creationId xmlns:p14="http://schemas.microsoft.com/office/powerpoint/2010/main" val="3007490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F470-3252-D116-269F-FF5F919A0534}"/>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BA1F9E57-7F84-052B-56FF-A5C8A035D70B}"/>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9AB167C-F554-3390-C920-ABA6103DF6E0}"/>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16B99F9A-A9C7-5F22-09A7-C35984D862B2}"/>
              </a:ext>
            </a:extLst>
          </p:cNvPr>
          <p:cNvSpPr txBox="1"/>
          <p:nvPr/>
        </p:nvSpPr>
        <p:spPr>
          <a:xfrm>
            <a:off x="2168433" y="300122"/>
            <a:ext cx="8456023" cy="523220"/>
          </a:xfrm>
          <a:prstGeom prst="rect">
            <a:avLst/>
          </a:prstGeom>
          <a:noFill/>
        </p:spPr>
        <p:txBody>
          <a:bodyPr wrap="square">
            <a:spAutoFit/>
          </a:bodyPr>
          <a:lstStyle/>
          <a:p>
            <a:pPr lvl="0">
              <a:defRPr/>
            </a:pPr>
            <a:r>
              <a:rPr lang="en-US" sz="2800" dirty="0"/>
              <a:t>Configure Access Control</a:t>
            </a:r>
          </a:p>
        </p:txBody>
      </p:sp>
      <p:sp>
        <p:nvSpPr>
          <p:cNvPr id="5" name="TextBox 4">
            <a:extLst>
              <a:ext uri="{FF2B5EF4-FFF2-40B4-BE49-F238E27FC236}">
                <a16:creationId xmlns:a16="http://schemas.microsoft.com/office/drawing/2014/main" id="{F60A4892-F143-A542-8D2C-399A7BB0CC6F}"/>
              </a:ext>
            </a:extLst>
          </p:cNvPr>
          <p:cNvSpPr txBox="1"/>
          <p:nvPr/>
        </p:nvSpPr>
        <p:spPr>
          <a:xfrm>
            <a:off x="6706895" y="2301904"/>
            <a:ext cx="5166392" cy="1200329"/>
          </a:xfrm>
          <a:prstGeom prst="rect">
            <a:avLst/>
          </a:prstGeom>
          <a:noFill/>
        </p:spPr>
        <p:txBody>
          <a:bodyPr wrap="square">
            <a:spAutoFit/>
          </a:bodyPr>
          <a:lstStyle/>
          <a:p>
            <a:r>
              <a:rPr lang="en-US" dirty="0"/>
              <a:t>Create teams, enable LDAP login, assign users, and grant appropriate roles to access deployment resources</a:t>
            </a:r>
          </a:p>
          <a:p>
            <a:r>
              <a:rPr lang="en-US" dirty="0"/>
              <a:t>Following DevOps Operation Standards document</a:t>
            </a:r>
          </a:p>
        </p:txBody>
      </p:sp>
      <p:sp>
        <p:nvSpPr>
          <p:cNvPr id="6" name="TextBox 5">
            <a:extLst>
              <a:ext uri="{FF2B5EF4-FFF2-40B4-BE49-F238E27FC236}">
                <a16:creationId xmlns:a16="http://schemas.microsoft.com/office/drawing/2014/main" id="{8C937571-39C7-D6D4-D12D-0B3C65741BE9}"/>
              </a:ext>
            </a:extLst>
          </p:cNvPr>
          <p:cNvSpPr txBox="1"/>
          <p:nvPr/>
        </p:nvSpPr>
        <p:spPr>
          <a:xfrm>
            <a:off x="6706895" y="4689380"/>
            <a:ext cx="5166392" cy="646331"/>
          </a:xfrm>
          <a:prstGeom prst="rect">
            <a:avLst/>
          </a:prstGeom>
          <a:noFill/>
        </p:spPr>
        <p:txBody>
          <a:bodyPr wrap="square">
            <a:spAutoFit/>
          </a:bodyPr>
          <a:lstStyle/>
          <a:p>
            <a:r>
              <a:rPr lang="en-US" dirty="0"/>
              <a:t>Ensure only authorized users can trigger or manage deployments while maintaining auditability.</a:t>
            </a:r>
          </a:p>
        </p:txBody>
      </p:sp>
      <p:sp>
        <p:nvSpPr>
          <p:cNvPr id="7" name="TextBox 6">
            <a:extLst>
              <a:ext uri="{FF2B5EF4-FFF2-40B4-BE49-F238E27FC236}">
                <a16:creationId xmlns:a16="http://schemas.microsoft.com/office/drawing/2014/main" id="{B8C51F0A-E2CF-A947-7686-7BD7D8C74F5B}"/>
              </a:ext>
            </a:extLst>
          </p:cNvPr>
          <p:cNvSpPr txBox="1"/>
          <p:nvPr/>
        </p:nvSpPr>
        <p:spPr>
          <a:xfrm>
            <a:off x="6706895" y="1921548"/>
            <a:ext cx="5166392" cy="369332"/>
          </a:xfrm>
          <a:prstGeom prst="rect">
            <a:avLst/>
          </a:prstGeom>
          <a:noFill/>
        </p:spPr>
        <p:txBody>
          <a:bodyPr wrap="square">
            <a:spAutoFit/>
          </a:bodyPr>
          <a:lstStyle/>
          <a:p>
            <a:r>
              <a:rPr lang="en-US" b="1" dirty="0"/>
              <a:t>What</a:t>
            </a:r>
          </a:p>
        </p:txBody>
      </p:sp>
      <p:sp>
        <p:nvSpPr>
          <p:cNvPr id="9" name="TextBox 8">
            <a:extLst>
              <a:ext uri="{FF2B5EF4-FFF2-40B4-BE49-F238E27FC236}">
                <a16:creationId xmlns:a16="http://schemas.microsoft.com/office/drawing/2014/main" id="{99F087AB-1EE5-CE13-FEAA-796A497BDB1B}"/>
              </a:ext>
            </a:extLst>
          </p:cNvPr>
          <p:cNvSpPr txBox="1"/>
          <p:nvPr/>
        </p:nvSpPr>
        <p:spPr>
          <a:xfrm>
            <a:off x="6706895" y="4349758"/>
            <a:ext cx="5166392" cy="369332"/>
          </a:xfrm>
          <a:prstGeom prst="rect">
            <a:avLst/>
          </a:prstGeom>
          <a:noFill/>
        </p:spPr>
        <p:txBody>
          <a:bodyPr wrap="square">
            <a:spAutoFit/>
          </a:bodyPr>
          <a:lstStyle/>
          <a:p>
            <a:r>
              <a:rPr lang="en-US" b="1" dirty="0"/>
              <a:t>Why</a:t>
            </a:r>
          </a:p>
        </p:txBody>
      </p:sp>
      <p:sp>
        <p:nvSpPr>
          <p:cNvPr id="10" name="Rectangle 9">
            <a:extLst>
              <a:ext uri="{FF2B5EF4-FFF2-40B4-BE49-F238E27FC236}">
                <a16:creationId xmlns:a16="http://schemas.microsoft.com/office/drawing/2014/main" id="{7B1404C6-CD56-0972-878F-387271E92D27}"/>
              </a:ext>
            </a:extLst>
          </p:cNvPr>
          <p:cNvSpPr/>
          <p:nvPr/>
        </p:nvSpPr>
        <p:spPr>
          <a:xfrm>
            <a:off x="1272619" y="1752600"/>
            <a:ext cx="5032931" cy="37814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t>MINH HỌA HƯỚNG DẪN</a:t>
            </a:r>
          </a:p>
        </p:txBody>
      </p:sp>
    </p:spTree>
    <p:extLst>
      <p:ext uri="{BB962C8B-B14F-4D97-AF65-F5344CB8AC3E}">
        <p14:creationId xmlns:p14="http://schemas.microsoft.com/office/powerpoint/2010/main" val="32816701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DADFB-2C8A-FDB6-6702-702130FE662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07766E7-60BF-41D2-FF87-19E395DE6121}"/>
              </a:ext>
            </a:extLst>
          </p:cNvPr>
          <p:cNvSpPr>
            <a:spLocks noGrp="1"/>
          </p:cNvSpPr>
          <p:nvPr>
            <p:ph type="body" sz="quarter" idx="28"/>
          </p:nvPr>
        </p:nvSpPr>
        <p:spPr>
          <a:xfrm>
            <a:off x="1404620" y="2586269"/>
            <a:ext cx="9382760" cy="1685461"/>
          </a:xfrm>
        </p:spPr>
        <p:txBody>
          <a:bodyPr/>
          <a:lstStyle/>
          <a:p>
            <a:r>
              <a:rPr lang="vi-VN" sz="6000" dirty="0"/>
              <a:t>Frequently Problems</a:t>
            </a:r>
            <a:endParaRPr lang="en-US" sz="6000" dirty="0"/>
          </a:p>
        </p:txBody>
      </p:sp>
    </p:spTree>
    <p:extLst>
      <p:ext uri="{BB962C8B-B14F-4D97-AF65-F5344CB8AC3E}">
        <p14:creationId xmlns:p14="http://schemas.microsoft.com/office/powerpoint/2010/main" val="34183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4AA4-FF57-CD06-D4BB-C9AFDD682D3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A7FCE464-F59D-56FA-4D5B-2DACAD4B90A7}"/>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FC75D63D-72CE-3B2D-81FE-77C188C7DEF2}"/>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4C10293F-BB70-1303-0CDC-095327E9AA20}"/>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vi-VN" sz="4000" b="0" i="0" u="none" strike="noStrike" kern="1200" cap="none" spc="0" normalizeH="0" baseline="0" noProof="0" dirty="0">
                <a:ln>
                  <a:noFill/>
                </a:ln>
                <a:solidFill>
                  <a:prstClr val="black"/>
                </a:solidFill>
                <a:effectLst/>
                <a:uLnTx/>
                <a:uFillTx/>
                <a:latin typeface="Calibri" panose="020F0502020204030204"/>
                <a:ea typeface="+mn-ea"/>
                <a:cs typeface="+mn-cs"/>
              </a:rPr>
              <a:t>Frequently Problems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BB10BE5-FF8B-9189-B37B-3E898CC2F192}"/>
              </a:ext>
            </a:extLst>
          </p:cNvPr>
          <p:cNvSpPr txBox="1"/>
          <p:nvPr/>
        </p:nvSpPr>
        <p:spPr>
          <a:xfrm>
            <a:off x="301968" y="1281607"/>
            <a:ext cx="6094476" cy="646331"/>
          </a:xfrm>
          <a:prstGeom prst="rect">
            <a:avLst/>
          </a:prstGeom>
          <a:noFill/>
        </p:spPr>
        <p:txBody>
          <a:bodyPr wrap="square">
            <a:spAutoFit/>
          </a:bodyPr>
          <a:lstStyle/>
          <a:p>
            <a:pPr algn="l">
              <a:buFont typeface="Arial" panose="020B0604020202020204" pitchFamily="34" charset="0"/>
              <a:buChar char="•"/>
            </a:pPr>
            <a:r>
              <a:rPr lang="vi-VN" b="0" i="0" dirty="0">
                <a:effectLst/>
                <a:latin typeface="Segoe UI Symbol" panose="020B0502040204020203" pitchFamily="34" charset="0"/>
              </a:rPr>
              <a:t>Thể hiện những vấn đề thường gặp (collect từ kinh nghiệm của anh Trực, anh Tuấn, anh Khiêm) </a:t>
            </a:r>
          </a:p>
        </p:txBody>
      </p:sp>
      <p:sp>
        <p:nvSpPr>
          <p:cNvPr id="5" name="TextBox 4">
            <a:extLst>
              <a:ext uri="{FF2B5EF4-FFF2-40B4-BE49-F238E27FC236}">
                <a16:creationId xmlns:a16="http://schemas.microsoft.com/office/drawing/2014/main" id="{2AE22CA1-FAD2-F858-F914-75F437B22BFC}"/>
              </a:ext>
            </a:extLst>
          </p:cNvPr>
          <p:cNvSpPr txBox="1"/>
          <p:nvPr/>
        </p:nvSpPr>
        <p:spPr>
          <a:xfrm>
            <a:off x="302304" y="2117831"/>
            <a:ext cx="11328418" cy="1200329"/>
          </a:xfrm>
          <a:prstGeom prst="rect">
            <a:avLst/>
          </a:prstGeom>
          <a:noFill/>
        </p:spPr>
        <p:txBody>
          <a:bodyPr wrap="square">
            <a:spAutoFit/>
          </a:bodyPr>
          <a:lstStyle/>
          <a:p>
            <a:r>
              <a:rPr lang="vi-VN" dirty="0"/>
              <a:t>Chuẩn hoá cấu hình Git safe.directory trong CI/CD pipeline nhằm ngăn lỗi “dubious ownership” khi working directory của repository được tạo hoặc mount với ownership khác nhau. Việc này giúp đảm bảo các thao tác Git chạy ổn định, nhất quán trên các môi trường automation, đồng thời vẫn duy trì cơ chế bảo vệ an ninh của Git.</a:t>
            </a:r>
            <a:endParaRPr lang="en-US" dirty="0"/>
          </a:p>
        </p:txBody>
      </p:sp>
      <p:pic>
        <p:nvPicPr>
          <p:cNvPr id="7" name="Picture 6">
            <a:extLst>
              <a:ext uri="{FF2B5EF4-FFF2-40B4-BE49-F238E27FC236}">
                <a16:creationId xmlns:a16="http://schemas.microsoft.com/office/drawing/2014/main" id="{3BE80497-6B25-6F9E-2220-E1F9546BD58B}"/>
              </a:ext>
            </a:extLst>
          </p:cNvPr>
          <p:cNvPicPr>
            <a:picLocks noChangeAspect="1"/>
          </p:cNvPicPr>
          <p:nvPr/>
        </p:nvPicPr>
        <p:blipFill>
          <a:blip r:embed="rId3"/>
          <a:stretch>
            <a:fillRect/>
          </a:stretch>
        </p:blipFill>
        <p:spPr>
          <a:xfrm>
            <a:off x="390293" y="4474342"/>
            <a:ext cx="4170556" cy="1699817"/>
          </a:xfrm>
          <a:prstGeom prst="rect">
            <a:avLst/>
          </a:prstGeom>
        </p:spPr>
      </p:pic>
      <p:sp>
        <p:nvSpPr>
          <p:cNvPr id="9" name="TextBox 8">
            <a:extLst>
              <a:ext uri="{FF2B5EF4-FFF2-40B4-BE49-F238E27FC236}">
                <a16:creationId xmlns:a16="http://schemas.microsoft.com/office/drawing/2014/main" id="{1DEF826E-C2D3-DC71-6ACB-E3A8153601F9}"/>
              </a:ext>
            </a:extLst>
          </p:cNvPr>
          <p:cNvSpPr txBox="1"/>
          <p:nvPr/>
        </p:nvSpPr>
        <p:spPr>
          <a:xfrm>
            <a:off x="390293" y="3429000"/>
            <a:ext cx="11240429" cy="369332"/>
          </a:xfrm>
          <a:prstGeom prst="rect">
            <a:avLst/>
          </a:prstGeom>
          <a:noFill/>
        </p:spPr>
        <p:txBody>
          <a:bodyPr wrap="square">
            <a:spAutoFit/>
          </a:bodyPr>
          <a:lstStyle/>
          <a:p>
            <a:r>
              <a:rPr lang="en-US" dirty="0" err="1"/>
              <a:t>Tạo</a:t>
            </a:r>
            <a:r>
              <a:rPr lang="en-US" dirty="0"/>
              <a:t> </a:t>
            </a:r>
            <a:r>
              <a:rPr lang="en-US" dirty="0" err="1"/>
              <a:t>nhánh</a:t>
            </a:r>
            <a:r>
              <a:rPr lang="en-US" dirty="0"/>
              <a:t> </a:t>
            </a:r>
            <a:r>
              <a:rPr lang="en-US" dirty="0" err="1"/>
              <a:t>không</a:t>
            </a:r>
            <a:r>
              <a:rPr lang="en-US" dirty="0"/>
              <a:t> </a:t>
            </a:r>
            <a:r>
              <a:rPr lang="en-US" dirty="0" err="1"/>
              <a:t>đúng</a:t>
            </a:r>
            <a:r>
              <a:rPr lang="en-US" dirty="0"/>
              <a:t> </a:t>
            </a:r>
            <a:r>
              <a:rPr lang="en-US" dirty="0" err="1"/>
              <a:t>quy</a:t>
            </a:r>
            <a:r>
              <a:rPr lang="en-US" dirty="0"/>
              <a:t> </a:t>
            </a:r>
            <a:r>
              <a:rPr lang="en-US" dirty="0" err="1"/>
              <a:t>tắc</a:t>
            </a:r>
            <a:r>
              <a:rPr lang="en-US" dirty="0"/>
              <a:t> </a:t>
            </a:r>
            <a:r>
              <a:rPr lang="en-US" dirty="0">
                <a:sym typeface="Wingdings" panose="05000000000000000000" pitchFamily="2" charset="2"/>
              </a:rPr>
              <a:t> CI/CD </a:t>
            </a:r>
            <a:r>
              <a:rPr lang="en-US" dirty="0" err="1">
                <a:sym typeface="Wingdings" panose="05000000000000000000" pitchFamily="2" charset="2"/>
              </a:rPr>
              <a:t>không</a:t>
            </a:r>
            <a:r>
              <a:rPr lang="en-US" dirty="0">
                <a:sym typeface="Wingdings" panose="05000000000000000000" pitchFamily="2" charset="2"/>
              </a:rPr>
              <a:t> </a:t>
            </a:r>
            <a:r>
              <a:rPr lang="en-US" dirty="0" err="1">
                <a:sym typeface="Wingdings" panose="05000000000000000000" pitchFamily="2" charset="2"/>
              </a:rPr>
              <a:t>chạy</a:t>
            </a:r>
            <a:r>
              <a:rPr lang="en-US" dirty="0">
                <a:sym typeface="Wingdings" panose="05000000000000000000" pitchFamily="2" charset="2"/>
              </a:rPr>
              <a:t> (VD: </a:t>
            </a:r>
            <a:r>
              <a:rPr lang="en-US" dirty="0" err="1">
                <a:sym typeface="Wingdings" panose="05000000000000000000" pitchFamily="2" charset="2"/>
              </a:rPr>
              <a:t>trường</a:t>
            </a:r>
            <a:r>
              <a:rPr lang="en-US" dirty="0">
                <a:sym typeface="Wingdings" panose="05000000000000000000" pitchFamily="2" charset="2"/>
              </a:rPr>
              <a:t> </a:t>
            </a:r>
            <a:r>
              <a:rPr lang="en-US" dirty="0" err="1">
                <a:sym typeface="Wingdings" panose="05000000000000000000" pitchFamily="2" charset="2"/>
              </a:rPr>
              <a:t>hợp</a:t>
            </a:r>
            <a:r>
              <a:rPr lang="en-US" dirty="0">
                <a:sym typeface="Wingdings" panose="05000000000000000000" pitchFamily="2" charset="2"/>
              </a:rPr>
              <a:t> </a:t>
            </a:r>
            <a:r>
              <a:rPr lang="en-US" dirty="0" err="1">
                <a:sym typeface="Wingdings" panose="05000000000000000000" pitchFamily="2" charset="2"/>
              </a:rPr>
              <a:t>anh</a:t>
            </a:r>
            <a:r>
              <a:rPr lang="en-US" dirty="0">
                <a:sym typeface="Wingdings" panose="05000000000000000000" pitchFamily="2" charset="2"/>
              </a:rPr>
              <a:t> </a:t>
            </a:r>
            <a:r>
              <a:rPr lang="en-US" dirty="0" err="1">
                <a:sym typeface="Wingdings" panose="05000000000000000000" pitchFamily="2" charset="2"/>
              </a:rPr>
              <a:t>Tình</a:t>
            </a:r>
            <a:r>
              <a:rPr lang="en-US" dirty="0">
                <a:sym typeface="Wingdings" panose="05000000000000000000" pitchFamily="2" charset="2"/>
              </a:rPr>
              <a:t> </a:t>
            </a:r>
            <a:r>
              <a:rPr lang="en-US" dirty="0" err="1">
                <a:sym typeface="Wingdings" panose="05000000000000000000" pitchFamily="2" charset="2"/>
              </a:rPr>
              <a:t>EKYCAdminFrontend</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37809216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F43E9-CDBB-179C-A8FA-635467AE419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274A3B4-41FB-EA96-161F-A4C029F0135C}"/>
              </a:ext>
            </a:extLst>
          </p:cNvPr>
          <p:cNvSpPr>
            <a:spLocks noGrp="1"/>
          </p:cNvSpPr>
          <p:nvPr>
            <p:ph type="body" sz="quarter" idx="28"/>
          </p:nvPr>
        </p:nvSpPr>
        <p:spPr>
          <a:xfrm>
            <a:off x="1404620" y="2586269"/>
            <a:ext cx="9382760" cy="1685461"/>
          </a:xfrm>
        </p:spPr>
        <p:txBody>
          <a:bodyPr/>
          <a:lstStyle/>
          <a:p>
            <a:r>
              <a:rPr lang="en-US" sz="6000" dirty="0"/>
              <a:t>Demonstration Images</a:t>
            </a:r>
          </a:p>
        </p:txBody>
      </p:sp>
    </p:spTree>
    <p:extLst>
      <p:ext uri="{BB962C8B-B14F-4D97-AF65-F5344CB8AC3E}">
        <p14:creationId xmlns:p14="http://schemas.microsoft.com/office/powerpoint/2010/main" val="20018438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EDF16-AD90-74B3-8F6D-0CAA82EB418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13DE8A28-9007-99E0-2F67-9C94079A4C5A}"/>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695DFFCE-2CD9-B34C-2AD6-FDF6928653D5}"/>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0257611B-BE34-7512-17E4-C673BF7A5B68}"/>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Pods</a:t>
            </a:r>
          </a:p>
        </p:txBody>
      </p:sp>
      <p:pic>
        <p:nvPicPr>
          <p:cNvPr id="6" name="Picture 5">
            <a:extLst>
              <a:ext uri="{FF2B5EF4-FFF2-40B4-BE49-F238E27FC236}">
                <a16:creationId xmlns:a16="http://schemas.microsoft.com/office/drawing/2014/main" id="{83A39A87-DAF1-BC0F-A426-94C1B25F3740}"/>
              </a:ext>
            </a:extLst>
          </p:cNvPr>
          <p:cNvPicPr>
            <a:picLocks noChangeAspect="1"/>
          </p:cNvPicPr>
          <p:nvPr/>
        </p:nvPicPr>
        <p:blipFill>
          <a:blip r:embed="rId3"/>
          <a:stretch>
            <a:fillRect/>
          </a:stretch>
        </p:blipFill>
        <p:spPr>
          <a:xfrm>
            <a:off x="1272619" y="1238484"/>
            <a:ext cx="9819868" cy="4712717"/>
          </a:xfrm>
          <a:prstGeom prst="rect">
            <a:avLst/>
          </a:prstGeom>
        </p:spPr>
      </p:pic>
      <p:sp>
        <p:nvSpPr>
          <p:cNvPr id="11" name="TextBox 10">
            <a:hlinkClick r:id="rId4"/>
            <a:extLst>
              <a:ext uri="{FF2B5EF4-FFF2-40B4-BE49-F238E27FC236}">
                <a16:creationId xmlns:a16="http://schemas.microsoft.com/office/drawing/2014/main" id="{96B21659-45EC-0AF6-CAE9-7EAC06DDC6FA}"/>
              </a:ext>
            </a:extLst>
          </p:cNvPr>
          <p:cNvSpPr txBox="1"/>
          <p:nvPr/>
        </p:nvSpPr>
        <p:spPr>
          <a:xfrm>
            <a:off x="3135483" y="5766535"/>
            <a:ext cx="6094140" cy="369332"/>
          </a:xfrm>
          <a:prstGeom prst="rect">
            <a:avLst/>
          </a:prstGeom>
          <a:noFill/>
        </p:spPr>
        <p:txBody>
          <a:bodyPr wrap="square">
            <a:spAutoFit/>
          </a:bodyPr>
          <a:lstStyle/>
          <a:p>
            <a:pPr algn="ctr">
              <a:buNone/>
            </a:pPr>
            <a:r>
              <a:rPr lang="en-US" i="0" dirty="0">
                <a:solidFill>
                  <a:srgbClr val="222222"/>
                </a:solidFill>
                <a:effectLst/>
                <a:latin typeface="open sans" panose="020B0606030504020204" pitchFamily="34" charset="0"/>
              </a:rPr>
              <a:t>Viewing Pods and Nodes</a:t>
            </a:r>
          </a:p>
        </p:txBody>
      </p:sp>
    </p:spTree>
    <p:extLst>
      <p:ext uri="{BB962C8B-B14F-4D97-AF65-F5344CB8AC3E}">
        <p14:creationId xmlns:p14="http://schemas.microsoft.com/office/powerpoint/2010/main" val="26252278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0B45-41EC-E178-994A-3B6DE91ED12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00F4DC6D-99F7-6779-FA34-1E5E475C429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8011DAB1-5B67-8C45-54AC-99A9B0E04A50}"/>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E3AE94D1-5DF5-128C-B100-9A0EAD78B2FF}"/>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Cluster Architecture</a:t>
            </a:r>
          </a:p>
        </p:txBody>
      </p:sp>
      <p:sp>
        <p:nvSpPr>
          <p:cNvPr id="11" name="TextBox 10">
            <a:hlinkClick r:id="rId3"/>
            <a:extLst>
              <a:ext uri="{FF2B5EF4-FFF2-40B4-BE49-F238E27FC236}">
                <a16:creationId xmlns:a16="http://schemas.microsoft.com/office/drawing/2014/main" id="{D7354CF3-B772-F073-D459-7032031016DB}"/>
              </a:ext>
            </a:extLst>
          </p:cNvPr>
          <p:cNvSpPr txBox="1"/>
          <p:nvPr/>
        </p:nvSpPr>
        <p:spPr>
          <a:xfrm>
            <a:off x="3135483" y="6056467"/>
            <a:ext cx="6094140" cy="369332"/>
          </a:xfrm>
          <a:prstGeom prst="rect">
            <a:avLst/>
          </a:prstGeom>
          <a:noFill/>
        </p:spPr>
        <p:txBody>
          <a:bodyPr wrap="square">
            <a:spAutoFit/>
          </a:bodyPr>
          <a:lstStyle/>
          <a:p>
            <a:pPr algn="ctr">
              <a:defRPr/>
            </a:pPr>
            <a:r>
              <a:rPr lang="en-US" dirty="0"/>
              <a:t>Cluster Architecture</a:t>
            </a:r>
          </a:p>
        </p:txBody>
      </p:sp>
      <p:pic>
        <p:nvPicPr>
          <p:cNvPr id="4" name="Picture 3">
            <a:extLst>
              <a:ext uri="{FF2B5EF4-FFF2-40B4-BE49-F238E27FC236}">
                <a16:creationId xmlns:a16="http://schemas.microsoft.com/office/drawing/2014/main" id="{8CD26FF1-8359-B897-A354-B6AC7978B715}"/>
              </a:ext>
            </a:extLst>
          </p:cNvPr>
          <p:cNvPicPr>
            <a:picLocks noChangeAspect="1"/>
          </p:cNvPicPr>
          <p:nvPr/>
        </p:nvPicPr>
        <p:blipFill>
          <a:blip r:embed="rId4"/>
          <a:stretch>
            <a:fillRect/>
          </a:stretch>
        </p:blipFill>
        <p:spPr>
          <a:xfrm>
            <a:off x="2364534" y="1178634"/>
            <a:ext cx="7636038" cy="4803841"/>
          </a:xfrm>
          <a:prstGeom prst="rect">
            <a:avLst/>
          </a:prstGeom>
        </p:spPr>
      </p:pic>
      <p:sp>
        <p:nvSpPr>
          <p:cNvPr id="10" name="TextBox 9">
            <a:extLst>
              <a:ext uri="{FF2B5EF4-FFF2-40B4-BE49-F238E27FC236}">
                <a16:creationId xmlns:a16="http://schemas.microsoft.com/office/drawing/2014/main" id="{FB8EFAEF-759F-20C9-CA8D-B5B3D5DBFA13}"/>
              </a:ext>
            </a:extLst>
          </p:cNvPr>
          <p:cNvSpPr txBox="1"/>
          <p:nvPr/>
        </p:nvSpPr>
        <p:spPr>
          <a:xfrm>
            <a:off x="71728" y="2754747"/>
            <a:ext cx="2191428" cy="707886"/>
          </a:xfrm>
          <a:prstGeom prst="rect">
            <a:avLst/>
          </a:prstGeom>
          <a:noFill/>
        </p:spPr>
        <p:txBody>
          <a:bodyPr wrap="square">
            <a:spAutoFit/>
          </a:bodyPr>
          <a:lstStyle/>
          <a:p>
            <a:r>
              <a:rPr lang="en-US" sz="1000" b="1" dirty="0" err="1"/>
              <a:t>kube-apiserver</a:t>
            </a:r>
            <a:r>
              <a:rPr lang="en-US" sz="1000" dirty="0"/>
              <a:t> The Kubernetes API is central to the control plane and allows cluster components and end-users to communicate</a:t>
            </a:r>
          </a:p>
        </p:txBody>
      </p:sp>
      <p:sp>
        <p:nvSpPr>
          <p:cNvPr id="15" name="TextBox 14">
            <a:extLst>
              <a:ext uri="{FF2B5EF4-FFF2-40B4-BE49-F238E27FC236}">
                <a16:creationId xmlns:a16="http://schemas.microsoft.com/office/drawing/2014/main" id="{92A71C48-07EB-B30E-5CEF-4C4FB7BDC79B}"/>
              </a:ext>
            </a:extLst>
          </p:cNvPr>
          <p:cNvSpPr txBox="1"/>
          <p:nvPr/>
        </p:nvSpPr>
        <p:spPr>
          <a:xfrm>
            <a:off x="71728" y="4376032"/>
            <a:ext cx="2144299" cy="707886"/>
          </a:xfrm>
          <a:prstGeom prst="rect">
            <a:avLst/>
          </a:prstGeom>
          <a:noFill/>
        </p:spPr>
        <p:txBody>
          <a:bodyPr wrap="square">
            <a:spAutoFit/>
          </a:bodyPr>
          <a:lstStyle/>
          <a:p>
            <a:r>
              <a:rPr lang="en-US" sz="1000" b="1" dirty="0" err="1"/>
              <a:t>kube</a:t>
            </a:r>
            <a:r>
              <a:rPr lang="en-US" sz="1000" b="1" dirty="0"/>
              <a:t>-controller-manager </a:t>
            </a:r>
            <a:r>
              <a:rPr lang="en-US" sz="1000" dirty="0"/>
              <a:t>The controller manager runs the various controller processes (noticing and responding when nodes go down, …)</a:t>
            </a:r>
          </a:p>
        </p:txBody>
      </p:sp>
      <p:sp>
        <p:nvSpPr>
          <p:cNvPr id="22" name="TextBox 21">
            <a:extLst>
              <a:ext uri="{FF2B5EF4-FFF2-40B4-BE49-F238E27FC236}">
                <a16:creationId xmlns:a16="http://schemas.microsoft.com/office/drawing/2014/main" id="{C24CA5D8-F4E1-0A2A-3D8D-729C57A425F1}"/>
              </a:ext>
            </a:extLst>
          </p:cNvPr>
          <p:cNvSpPr txBox="1"/>
          <p:nvPr/>
        </p:nvSpPr>
        <p:spPr>
          <a:xfrm>
            <a:off x="71728" y="5185371"/>
            <a:ext cx="2168433" cy="1169551"/>
          </a:xfrm>
          <a:prstGeom prst="rect">
            <a:avLst/>
          </a:prstGeom>
          <a:noFill/>
        </p:spPr>
        <p:txBody>
          <a:bodyPr wrap="square">
            <a:spAutoFit/>
          </a:bodyPr>
          <a:lstStyle/>
          <a:p>
            <a:r>
              <a:rPr lang="en-US" sz="1000" b="1" dirty="0" err="1"/>
              <a:t>kube</a:t>
            </a:r>
            <a:r>
              <a:rPr lang="en-US" sz="1000" b="1" dirty="0"/>
              <a:t>-scheduler</a:t>
            </a:r>
            <a:r>
              <a:rPr lang="en-US" sz="1000" dirty="0"/>
              <a:t> The scheduler is responsible for assigning pods to nodes. New pods are assigned to nodes based on a number of factors, including resource requirements and other constraints that may have been applied.</a:t>
            </a:r>
          </a:p>
        </p:txBody>
      </p:sp>
      <p:sp>
        <p:nvSpPr>
          <p:cNvPr id="26" name="TextBox 25">
            <a:extLst>
              <a:ext uri="{FF2B5EF4-FFF2-40B4-BE49-F238E27FC236}">
                <a16:creationId xmlns:a16="http://schemas.microsoft.com/office/drawing/2014/main" id="{AD486BE3-EFDA-69D9-43C1-E47AD17A479D}"/>
              </a:ext>
            </a:extLst>
          </p:cNvPr>
          <p:cNvSpPr txBox="1"/>
          <p:nvPr/>
        </p:nvSpPr>
        <p:spPr>
          <a:xfrm>
            <a:off x="71728" y="3541441"/>
            <a:ext cx="2191428" cy="707886"/>
          </a:xfrm>
          <a:prstGeom prst="rect">
            <a:avLst/>
          </a:prstGeom>
          <a:noFill/>
        </p:spPr>
        <p:txBody>
          <a:bodyPr wrap="square">
            <a:spAutoFit/>
          </a:bodyPr>
          <a:lstStyle/>
          <a:p>
            <a:r>
              <a:rPr lang="en-US" sz="1000" b="1" dirty="0" err="1"/>
              <a:t>etcd</a:t>
            </a:r>
            <a:r>
              <a:rPr lang="en-US" sz="1000" dirty="0"/>
              <a:t> The key-value store that holds all configuration data relating to the cluster and acts as the single source of truth. (/</a:t>
            </a:r>
            <a:r>
              <a:rPr lang="en-US" sz="1000" dirty="0" err="1"/>
              <a:t>etc</a:t>
            </a:r>
            <a:r>
              <a:rPr lang="en-US" sz="1000" dirty="0"/>
              <a:t> daemon)</a:t>
            </a:r>
          </a:p>
        </p:txBody>
      </p:sp>
      <p:sp>
        <p:nvSpPr>
          <p:cNvPr id="60416" name="TextBox 60415">
            <a:extLst>
              <a:ext uri="{FF2B5EF4-FFF2-40B4-BE49-F238E27FC236}">
                <a16:creationId xmlns:a16="http://schemas.microsoft.com/office/drawing/2014/main" id="{A0D817C4-A8E0-7D28-36BC-CF7DA0A61857}"/>
              </a:ext>
            </a:extLst>
          </p:cNvPr>
          <p:cNvSpPr txBox="1"/>
          <p:nvPr/>
        </p:nvSpPr>
        <p:spPr>
          <a:xfrm>
            <a:off x="71728" y="1713202"/>
            <a:ext cx="2144299" cy="1015663"/>
          </a:xfrm>
          <a:prstGeom prst="rect">
            <a:avLst/>
          </a:prstGeom>
          <a:noFill/>
        </p:spPr>
        <p:txBody>
          <a:bodyPr wrap="square">
            <a:spAutoFit/>
          </a:bodyPr>
          <a:lstStyle/>
          <a:p>
            <a:r>
              <a:rPr lang="en-US" sz="1000" b="1" dirty="0"/>
              <a:t>cloud-controller-manager </a:t>
            </a:r>
            <a:r>
              <a:rPr lang="en-US" sz="1000" dirty="0"/>
              <a:t>runs controllers specific to the cloud environment in which your cluster is hosted. This allows you to link your cluster into your cloud providers API (Load Balancer, Storage)</a:t>
            </a:r>
          </a:p>
        </p:txBody>
      </p:sp>
      <p:sp>
        <p:nvSpPr>
          <p:cNvPr id="60421" name="TextBox 60420">
            <a:extLst>
              <a:ext uri="{FF2B5EF4-FFF2-40B4-BE49-F238E27FC236}">
                <a16:creationId xmlns:a16="http://schemas.microsoft.com/office/drawing/2014/main" id="{EB888BE4-E15F-7EBA-8260-6C736577D2D2}"/>
              </a:ext>
            </a:extLst>
          </p:cNvPr>
          <p:cNvSpPr txBox="1"/>
          <p:nvPr/>
        </p:nvSpPr>
        <p:spPr>
          <a:xfrm>
            <a:off x="10062525" y="1987010"/>
            <a:ext cx="1915222" cy="553998"/>
          </a:xfrm>
          <a:prstGeom prst="rect">
            <a:avLst/>
          </a:prstGeom>
          <a:noFill/>
        </p:spPr>
        <p:txBody>
          <a:bodyPr wrap="square">
            <a:spAutoFit/>
          </a:bodyPr>
          <a:lstStyle/>
          <a:p>
            <a:r>
              <a:rPr lang="en-US" sz="1000" b="1" dirty="0" err="1"/>
              <a:t>kubelet</a:t>
            </a:r>
            <a:r>
              <a:rPr lang="en-US" sz="1000" dirty="0"/>
              <a:t> This is the agent that communicates with the control plane.</a:t>
            </a:r>
          </a:p>
        </p:txBody>
      </p:sp>
      <p:sp>
        <p:nvSpPr>
          <p:cNvPr id="60425" name="TextBox 60424">
            <a:extLst>
              <a:ext uri="{FF2B5EF4-FFF2-40B4-BE49-F238E27FC236}">
                <a16:creationId xmlns:a16="http://schemas.microsoft.com/office/drawing/2014/main" id="{4393CEF5-2081-E089-FB3D-61F5C2327036}"/>
              </a:ext>
            </a:extLst>
          </p:cNvPr>
          <p:cNvSpPr txBox="1"/>
          <p:nvPr/>
        </p:nvSpPr>
        <p:spPr>
          <a:xfrm>
            <a:off x="10062526" y="2587174"/>
            <a:ext cx="1915221" cy="861774"/>
          </a:xfrm>
          <a:prstGeom prst="rect">
            <a:avLst/>
          </a:prstGeom>
          <a:noFill/>
        </p:spPr>
        <p:txBody>
          <a:bodyPr wrap="square">
            <a:spAutoFit/>
          </a:bodyPr>
          <a:lstStyle/>
          <a:p>
            <a:r>
              <a:rPr lang="en-US" sz="1000" b="1" dirty="0" err="1"/>
              <a:t>kube</a:t>
            </a:r>
            <a:r>
              <a:rPr lang="en-US" sz="1000" b="1" dirty="0"/>
              <a:t>-proxy</a:t>
            </a:r>
            <a:r>
              <a:rPr lang="en-US" sz="1000" dirty="0"/>
              <a:t> This is the network proxy that forwards requests to a particular service on a specific pod (which provides an instance of that service).</a:t>
            </a:r>
          </a:p>
        </p:txBody>
      </p:sp>
      <p:sp>
        <p:nvSpPr>
          <p:cNvPr id="60429" name="TextBox 60428">
            <a:extLst>
              <a:ext uri="{FF2B5EF4-FFF2-40B4-BE49-F238E27FC236}">
                <a16:creationId xmlns:a16="http://schemas.microsoft.com/office/drawing/2014/main" id="{CE027E7B-B015-41F8-DCD4-C28ACF171AF9}"/>
              </a:ext>
            </a:extLst>
          </p:cNvPr>
          <p:cNvSpPr txBox="1"/>
          <p:nvPr/>
        </p:nvSpPr>
        <p:spPr>
          <a:xfrm>
            <a:off x="10077744" y="3557307"/>
            <a:ext cx="1809535" cy="400110"/>
          </a:xfrm>
          <a:prstGeom prst="rect">
            <a:avLst/>
          </a:prstGeom>
          <a:noFill/>
        </p:spPr>
        <p:txBody>
          <a:bodyPr wrap="square">
            <a:spAutoFit/>
          </a:bodyPr>
          <a:lstStyle/>
          <a:p>
            <a:r>
              <a:rPr lang="en-US" sz="1000" dirty="0"/>
              <a:t>A </a:t>
            </a:r>
            <a:r>
              <a:rPr lang="en-US" sz="1000" b="1" dirty="0"/>
              <a:t>pod</a:t>
            </a:r>
            <a:r>
              <a:rPr lang="en-US" sz="1000" dirty="0"/>
              <a:t> usually only holds one container </a:t>
            </a:r>
          </a:p>
        </p:txBody>
      </p:sp>
      <p:sp>
        <p:nvSpPr>
          <p:cNvPr id="60435" name="TextBox 60434">
            <a:extLst>
              <a:ext uri="{FF2B5EF4-FFF2-40B4-BE49-F238E27FC236}">
                <a16:creationId xmlns:a16="http://schemas.microsoft.com/office/drawing/2014/main" id="{3C4B81AB-844D-7563-1398-F359ED8C345C}"/>
              </a:ext>
            </a:extLst>
          </p:cNvPr>
          <p:cNvSpPr txBox="1"/>
          <p:nvPr/>
        </p:nvSpPr>
        <p:spPr>
          <a:xfrm>
            <a:off x="10050872" y="1323025"/>
            <a:ext cx="1995327" cy="553998"/>
          </a:xfrm>
          <a:prstGeom prst="rect">
            <a:avLst/>
          </a:prstGeom>
          <a:noFill/>
        </p:spPr>
        <p:txBody>
          <a:bodyPr wrap="square">
            <a:spAutoFit/>
          </a:bodyPr>
          <a:lstStyle/>
          <a:p>
            <a:r>
              <a:rPr lang="en-US" sz="1000" dirty="0"/>
              <a:t>The worker </a:t>
            </a:r>
            <a:r>
              <a:rPr lang="en-US" sz="1000" b="1" dirty="0"/>
              <a:t>node</a:t>
            </a:r>
            <a:r>
              <a:rPr lang="en-US" sz="1000" dirty="0"/>
              <a:t>(s) host the Pods that are the components of the application workload.</a:t>
            </a:r>
          </a:p>
        </p:txBody>
      </p:sp>
      <p:sp>
        <p:nvSpPr>
          <p:cNvPr id="60436" name="TextBox 60435">
            <a:extLst>
              <a:ext uri="{FF2B5EF4-FFF2-40B4-BE49-F238E27FC236}">
                <a16:creationId xmlns:a16="http://schemas.microsoft.com/office/drawing/2014/main" id="{A079CEB4-23B4-509D-8505-DE60942E1828}"/>
              </a:ext>
            </a:extLst>
          </p:cNvPr>
          <p:cNvSpPr txBox="1"/>
          <p:nvPr/>
        </p:nvSpPr>
        <p:spPr>
          <a:xfrm>
            <a:off x="10071629" y="4509911"/>
            <a:ext cx="2048643" cy="861774"/>
          </a:xfrm>
          <a:prstGeom prst="rect">
            <a:avLst/>
          </a:prstGeom>
          <a:noFill/>
        </p:spPr>
        <p:txBody>
          <a:bodyPr wrap="square">
            <a:spAutoFit/>
          </a:bodyPr>
          <a:lstStyle/>
          <a:p>
            <a:r>
              <a:rPr lang="en-US" sz="1000" b="1" dirty="0"/>
              <a:t>CRI</a:t>
            </a:r>
            <a:r>
              <a:rPr lang="en-US" sz="1000" dirty="0"/>
              <a:t> - Container Runtime Interface -  enables the </a:t>
            </a:r>
            <a:r>
              <a:rPr lang="en-US" sz="1000" dirty="0" err="1"/>
              <a:t>kubelet</a:t>
            </a:r>
            <a:r>
              <a:rPr lang="en-US" sz="1000" dirty="0"/>
              <a:t> to use a wide variety of container runtimes, without having a need to recompile the cluster components.</a:t>
            </a:r>
          </a:p>
        </p:txBody>
      </p:sp>
      <p:sp>
        <p:nvSpPr>
          <p:cNvPr id="60440" name="TextBox 60439">
            <a:extLst>
              <a:ext uri="{FF2B5EF4-FFF2-40B4-BE49-F238E27FC236}">
                <a16:creationId xmlns:a16="http://schemas.microsoft.com/office/drawing/2014/main" id="{579E4ACE-D356-6CC2-C2FB-A0AC4A197C46}"/>
              </a:ext>
            </a:extLst>
          </p:cNvPr>
          <p:cNvSpPr txBox="1"/>
          <p:nvPr/>
        </p:nvSpPr>
        <p:spPr>
          <a:xfrm>
            <a:off x="10050872" y="4053093"/>
            <a:ext cx="2004431" cy="415498"/>
          </a:xfrm>
          <a:prstGeom prst="rect">
            <a:avLst/>
          </a:prstGeom>
          <a:noFill/>
        </p:spPr>
        <p:txBody>
          <a:bodyPr wrap="square">
            <a:spAutoFit/>
          </a:bodyPr>
          <a:lstStyle/>
          <a:p>
            <a:r>
              <a:rPr lang="en-US" sz="1050" b="1" dirty="0"/>
              <a:t>Container runtime</a:t>
            </a:r>
            <a:r>
              <a:rPr lang="en-US" sz="1050" dirty="0"/>
              <a:t> This is the software that runs the containers</a:t>
            </a:r>
          </a:p>
        </p:txBody>
      </p:sp>
      <p:sp>
        <p:nvSpPr>
          <p:cNvPr id="60442" name="TextBox 60441">
            <a:extLst>
              <a:ext uri="{FF2B5EF4-FFF2-40B4-BE49-F238E27FC236}">
                <a16:creationId xmlns:a16="http://schemas.microsoft.com/office/drawing/2014/main" id="{50A9FB92-374F-5578-FDB7-58B8080807C5}"/>
              </a:ext>
            </a:extLst>
          </p:cNvPr>
          <p:cNvSpPr txBox="1"/>
          <p:nvPr/>
        </p:nvSpPr>
        <p:spPr>
          <a:xfrm>
            <a:off x="47594" y="1234284"/>
            <a:ext cx="2168433" cy="400110"/>
          </a:xfrm>
          <a:prstGeom prst="rect">
            <a:avLst/>
          </a:prstGeom>
          <a:noFill/>
        </p:spPr>
        <p:txBody>
          <a:bodyPr wrap="square">
            <a:spAutoFit/>
          </a:bodyPr>
          <a:lstStyle/>
          <a:p>
            <a:r>
              <a:rPr lang="en-US" sz="1000" b="1" dirty="0"/>
              <a:t>The control plane</a:t>
            </a:r>
            <a:r>
              <a:rPr lang="en-US" sz="1000" dirty="0"/>
              <a:t> It is responsible for deploying containers to </a:t>
            </a:r>
            <a:r>
              <a:rPr lang="en-US" sz="1000" b="1" dirty="0"/>
              <a:t>worker nodes</a:t>
            </a:r>
            <a:endParaRPr lang="en-US" sz="1000" dirty="0"/>
          </a:p>
        </p:txBody>
      </p:sp>
      <p:pic>
        <p:nvPicPr>
          <p:cNvPr id="60444" name="Picture 60443">
            <a:extLst>
              <a:ext uri="{FF2B5EF4-FFF2-40B4-BE49-F238E27FC236}">
                <a16:creationId xmlns:a16="http://schemas.microsoft.com/office/drawing/2014/main" id="{AEA74369-02E7-BF3E-4109-01609E8CF1B1}"/>
              </a:ext>
            </a:extLst>
          </p:cNvPr>
          <p:cNvPicPr>
            <a:picLocks noChangeAspect="1"/>
          </p:cNvPicPr>
          <p:nvPr/>
        </p:nvPicPr>
        <p:blipFill>
          <a:blip r:embed="rId5"/>
          <a:srcRect l="19538" t="14698" r="23189" b="18537"/>
          <a:stretch>
            <a:fillRect/>
          </a:stretch>
        </p:blipFill>
        <p:spPr>
          <a:xfrm>
            <a:off x="3135483" y="1160397"/>
            <a:ext cx="5927486" cy="4606570"/>
          </a:xfrm>
          <a:prstGeom prst="rect">
            <a:avLst/>
          </a:prstGeom>
        </p:spPr>
      </p:pic>
    </p:spTree>
    <p:extLst>
      <p:ext uri="{BB962C8B-B14F-4D97-AF65-F5344CB8AC3E}">
        <p14:creationId xmlns:p14="http://schemas.microsoft.com/office/powerpoint/2010/main" val="225885589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52FFF-B1B2-3FD9-1D6A-0F414984628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7C39FF09-058F-53A3-E78A-6BD38E0DF8AD}"/>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8DC95755-7A4A-DADC-D9CF-ED24A901541F}"/>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48C6118D-0647-83C9-4D50-C76315F0E06A}"/>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Cluster’s Resources</a:t>
            </a:r>
          </a:p>
        </p:txBody>
      </p:sp>
      <p:sp>
        <p:nvSpPr>
          <p:cNvPr id="11" name="TextBox 10">
            <a:hlinkClick r:id="rId3"/>
            <a:extLst>
              <a:ext uri="{FF2B5EF4-FFF2-40B4-BE49-F238E27FC236}">
                <a16:creationId xmlns:a16="http://schemas.microsoft.com/office/drawing/2014/main" id="{72E9D836-74BC-B36A-42BC-D16212964C4E}"/>
              </a:ext>
            </a:extLst>
          </p:cNvPr>
          <p:cNvSpPr txBox="1"/>
          <p:nvPr/>
        </p:nvSpPr>
        <p:spPr>
          <a:xfrm>
            <a:off x="3135483" y="6056467"/>
            <a:ext cx="6094140" cy="369332"/>
          </a:xfrm>
          <a:prstGeom prst="rect">
            <a:avLst/>
          </a:prstGeom>
          <a:noFill/>
        </p:spPr>
        <p:txBody>
          <a:bodyPr wrap="square">
            <a:spAutoFit/>
          </a:bodyPr>
          <a:lstStyle/>
          <a:p>
            <a:pPr algn="ctr">
              <a:defRPr/>
            </a:pPr>
            <a:r>
              <a:rPr lang="en-US" dirty="0"/>
              <a:t>Cluster’s resources</a:t>
            </a:r>
          </a:p>
        </p:txBody>
      </p:sp>
      <p:pic>
        <p:nvPicPr>
          <p:cNvPr id="61442" name="Picture 2">
            <a:extLst>
              <a:ext uri="{FF2B5EF4-FFF2-40B4-BE49-F238E27FC236}">
                <a16:creationId xmlns:a16="http://schemas.microsoft.com/office/drawing/2014/main" id="{7ED7EEA2-A76B-4992-349A-C21E352752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8074" y="1230003"/>
            <a:ext cx="7456686" cy="4719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0672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E0CD2-7FD1-FB6B-9216-E0DF12B51DDA}"/>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22D2AEF2-D774-1BC3-9183-42B6A208DA72}"/>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E824B7EC-DBFE-5B70-6719-97EE163D041F}"/>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7CCFD77-C606-4A0C-80F6-49B31E5B1B8C}"/>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Kubernetes File Storage</a:t>
            </a:r>
          </a:p>
        </p:txBody>
      </p:sp>
      <p:sp>
        <p:nvSpPr>
          <p:cNvPr id="11" name="TextBox 10">
            <a:hlinkClick r:id="rId3"/>
            <a:extLst>
              <a:ext uri="{FF2B5EF4-FFF2-40B4-BE49-F238E27FC236}">
                <a16:creationId xmlns:a16="http://schemas.microsoft.com/office/drawing/2014/main" id="{C3EC3274-6D42-D8BF-D686-2A1071D764D1}"/>
              </a:ext>
            </a:extLst>
          </p:cNvPr>
          <p:cNvSpPr txBox="1"/>
          <p:nvPr/>
        </p:nvSpPr>
        <p:spPr>
          <a:xfrm>
            <a:off x="3146635" y="5577172"/>
            <a:ext cx="6094140" cy="369332"/>
          </a:xfrm>
          <a:prstGeom prst="rect">
            <a:avLst/>
          </a:prstGeom>
          <a:noFill/>
        </p:spPr>
        <p:txBody>
          <a:bodyPr wrap="square">
            <a:spAutoFit/>
          </a:bodyPr>
          <a:lstStyle/>
          <a:p>
            <a:pPr algn="ctr">
              <a:defRPr/>
            </a:pPr>
            <a:r>
              <a:rPr lang="en-US" dirty="0"/>
              <a:t>Kubernetes File Storage, Configuration, and Secrets</a:t>
            </a:r>
          </a:p>
        </p:txBody>
      </p:sp>
      <p:pic>
        <p:nvPicPr>
          <p:cNvPr id="62466" name="Picture 2" descr="DZone/SingleStore Webinar 2 of 3: Kubernetes File Storage, Configuration,  and Secrets">
            <a:extLst>
              <a:ext uri="{FF2B5EF4-FFF2-40B4-BE49-F238E27FC236}">
                <a16:creationId xmlns:a16="http://schemas.microsoft.com/office/drawing/2014/main" id="{CE063FFF-4C1A-3A88-0096-1F911D10FFE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689" b="14030"/>
          <a:stretch>
            <a:fillRect/>
          </a:stretch>
        </p:blipFill>
        <p:spPr bwMode="auto">
          <a:xfrm>
            <a:off x="1555030" y="2219094"/>
            <a:ext cx="9277350" cy="3111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67354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61356-6675-C4FD-B920-5F3B22B4496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A7F6CF6-1230-A148-0905-C47BDFB701AE}"/>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3EA9E29F-6E5F-9331-48B5-2F012891B304}"/>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5FE28B75-4258-BE45-398C-44061A0E1E7A}"/>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Kubernetes File Storage</a:t>
            </a:r>
          </a:p>
        </p:txBody>
      </p:sp>
      <p:sp>
        <p:nvSpPr>
          <p:cNvPr id="11" name="TextBox 10">
            <a:hlinkClick r:id="rId3"/>
            <a:extLst>
              <a:ext uri="{FF2B5EF4-FFF2-40B4-BE49-F238E27FC236}">
                <a16:creationId xmlns:a16="http://schemas.microsoft.com/office/drawing/2014/main" id="{BEF4F9A7-52C3-17DF-DF32-773F3FC9657B}"/>
              </a:ext>
            </a:extLst>
          </p:cNvPr>
          <p:cNvSpPr txBox="1"/>
          <p:nvPr/>
        </p:nvSpPr>
        <p:spPr>
          <a:xfrm>
            <a:off x="3146635" y="5577172"/>
            <a:ext cx="6094140" cy="369332"/>
          </a:xfrm>
          <a:prstGeom prst="rect">
            <a:avLst/>
          </a:prstGeom>
          <a:noFill/>
        </p:spPr>
        <p:txBody>
          <a:bodyPr wrap="square">
            <a:spAutoFit/>
          </a:bodyPr>
          <a:lstStyle/>
          <a:p>
            <a:pPr algn="ctr">
              <a:defRPr/>
            </a:pPr>
            <a:r>
              <a:rPr lang="en-US" dirty="0"/>
              <a:t>Kubernetes sidecar example | Create multi-container Pod</a:t>
            </a:r>
          </a:p>
        </p:txBody>
      </p:sp>
      <p:pic>
        <p:nvPicPr>
          <p:cNvPr id="65538" name="Picture 2" descr="Kubernetes sidecar example | Create multi-container Pod | GoLinuxCloud">
            <a:hlinkClick r:id="rId3"/>
            <a:extLst>
              <a:ext uri="{FF2B5EF4-FFF2-40B4-BE49-F238E27FC236}">
                <a16:creationId xmlns:a16="http://schemas.microsoft.com/office/drawing/2014/main" id="{1F391A74-8EE5-BF9C-B632-7FBEFE31D5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74" y="1180459"/>
            <a:ext cx="5453062" cy="4187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7267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AD6B-F061-4E75-920C-2E39392CD7C8}"/>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64DAC725-AE37-7199-FB28-018416D5B50E}"/>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707D1D52-4EEF-6C4C-FBB4-EB5FB1FD423A}"/>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FC15C3C5-8F5A-900B-AE3D-1D67DB8EB260}"/>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Kubernetes File Storage</a:t>
            </a:r>
          </a:p>
        </p:txBody>
      </p:sp>
      <p:pic>
        <p:nvPicPr>
          <p:cNvPr id="67586" name="Picture 2" descr="Communication inside a Kubernetes Pod — Why do we need multi-container pods?  | by Abhinav Kapoor | CodeX | Medium">
            <a:hlinkClick r:id="rId3"/>
            <a:extLst>
              <a:ext uri="{FF2B5EF4-FFF2-40B4-BE49-F238E27FC236}">
                <a16:creationId xmlns:a16="http://schemas.microsoft.com/office/drawing/2014/main" id="{A7FFCBB3-4EA5-4E21-8F90-E3B597A208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578" y="1455816"/>
            <a:ext cx="5381625" cy="4905375"/>
          </a:xfrm>
          <a:prstGeom prst="rect">
            <a:avLst/>
          </a:prstGeom>
          <a:noFill/>
          <a:extLst>
            <a:ext uri="{909E8E84-426E-40DD-AFC4-6F175D3DCCD1}">
              <a14:hiddenFill xmlns:a14="http://schemas.microsoft.com/office/drawing/2010/main">
                <a:solidFill>
                  <a:srgbClr val="FFFFFF"/>
                </a:solidFill>
              </a14:hiddenFill>
            </a:ext>
          </a:extLst>
        </p:spPr>
      </p:pic>
      <p:pic>
        <p:nvPicPr>
          <p:cNvPr id="67588" name="Picture 4" descr="Persistent storage for Kubernetes | AWS Storage Blog">
            <a:hlinkClick r:id="rId5"/>
            <a:extLst>
              <a:ext uri="{FF2B5EF4-FFF2-40B4-BE49-F238E27FC236}">
                <a16:creationId xmlns:a16="http://schemas.microsoft.com/office/drawing/2014/main" id="{7763C3F9-15D0-550B-53F0-DAEA1180BB6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1639809"/>
            <a:ext cx="8372475"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89740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75BD3-F1D4-FFF0-7532-EA0B21306BBB}"/>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449AD7C-B195-0B51-3BDF-1AF9E9A4807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BE354111-ABA3-5D84-7CF5-F4B38BCBCC0C}"/>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167F518A-1BEC-3DE8-225F-607AF534130C}"/>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Kubernetes File Storage</a:t>
            </a:r>
          </a:p>
        </p:txBody>
      </p:sp>
      <p:pic>
        <p:nvPicPr>
          <p:cNvPr id="68610" name="Picture 2" descr="Exploring Kubernetes Volumes">
            <a:hlinkClick r:id="rId3"/>
            <a:extLst>
              <a:ext uri="{FF2B5EF4-FFF2-40B4-BE49-F238E27FC236}">
                <a16:creationId xmlns:a16="http://schemas.microsoft.com/office/drawing/2014/main" id="{A03CF5B1-9C2F-D40E-8443-1DDF3D5F38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23448"/>
            <a:ext cx="6936059" cy="4988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6375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2B4B9-18C9-8DAD-636F-8EB9322CDF50}"/>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9699F6D3-3A79-F644-9618-90DC2209807F}"/>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US" sz="120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AFDCDCB3-8BD7-80FB-6893-05A0F1CD8B50}"/>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B53CC1DA-7A53-E6AC-2A45-CC29BA950269}"/>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i="0" u="none" strike="noStrike" kern="1200" cap="none" spc="0" normalizeH="0" baseline="0" noProof="0" dirty="0">
                <a:ln>
                  <a:noFill/>
                </a:ln>
                <a:solidFill>
                  <a:prstClr val="black"/>
                </a:solidFill>
                <a:effectLst/>
                <a:uLnTx/>
                <a:uFillTx/>
                <a:latin typeface="Calibri" panose="020F0502020204030204"/>
                <a:ea typeface="+mn-ea"/>
                <a:cs typeface="+mn-cs"/>
              </a:rPr>
              <a:t>Kubernetes File Storage</a:t>
            </a:r>
          </a:p>
        </p:txBody>
      </p:sp>
      <p:pic>
        <p:nvPicPr>
          <p:cNvPr id="2" name="Picture 4" descr="Persistent storage for Kubernetes | AWS Storage Blog">
            <a:hlinkClick r:id="rId3"/>
            <a:extLst>
              <a:ext uri="{FF2B5EF4-FFF2-40B4-BE49-F238E27FC236}">
                <a16:creationId xmlns:a16="http://schemas.microsoft.com/office/drawing/2014/main" id="{00C2FBFC-8698-DCDA-91FD-7441AAC93C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3479" y="1904070"/>
            <a:ext cx="8061519" cy="376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34756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1FD85-4EF7-A667-A7DA-1D1D5B8521FF}"/>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C932C3C-4256-654E-1272-8C7972DB0985}"/>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C572F84E-7E46-10B5-532F-729883CA5A42}"/>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CBBB984C-C6E2-FFEF-B4B7-3430C89FCA13}"/>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Template source code</a:t>
            </a:r>
          </a:p>
        </p:txBody>
      </p:sp>
      <p:sp>
        <p:nvSpPr>
          <p:cNvPr id="4" name="TextBox 3">
            <a:extLst>
              <a:ext uri="{FF2B5EF4-FFF2-40B4-BE49-F238E27FC236}">
                <a16:creationId xmlns:a16="http://schemas.microsoft.com/office/drawing/2014/main" id="{B4F73F3A-6451-6910-A95E-8748499A8233}"/>
              </a:ext>
            </a:extLst>
          </p:cNvPr>
          <p:cNvSpPr txBox="1"/>
          <p:nvPr/>
        </p:nvSpPr>
        <p:spPr>
          <a:xfrm>
            <a:off x="333373" y="1480861"/>
            <a:ext cx="11525254" cy="1773947"/>
          </a:xfrm>
          <a:prstGeom prst="rect">
            <a:avLst/>
          </a:prstGeom>
          <a:solidFill>
            <a:schemeClr val="bg2">
              <a:lumMod val="10000"/>
            </a:schemeClr>
          </a:solidFill>
        </p:spPr>
        <p:txBody>
          <a:bodyPr wrap="square" lIns="274320" tIns="274320" rIns="274320" bIns="274320" anchor="t">
            <a:spAutoFit/>
          </a:bodyPr>
          <a:lstStyle/>
          <a:p>
            <a:pPr>
              <a:lnSpc>
                <a:spcPts val="1425"/>
              </a:lnSpc>
              <a:spcBef>
                <a:spcPts val="600"/>
              </a:spcBef>
              <a:buNone/>
            </a:pPr>
            <a:r>
              <a:rPr lang="en-US" b="0" dirty="0">
                <a:solidFill>
                  <a:srgbClr val="6A9955"/>
                </a:solidFill>
                <a:effectLst/>
                <a:latin typeface="Consolas" panose="020B0609020204030204" pitchFamily="49" charset="0"/>
              </a:rPr>
              <a:t># Copy source code to container</a:t>
            </a:r>
            <a:endParaRPr lang="en-US" b="0" dirty="0">
              <a:solidFill>
                <a:srgbClr val="D4D4D4"/>
              </a:solidFill>
              <a:effectLst/>
              <a:latin typeface="Consolas" panose="020B0609020204030204" pitchFamily="49" charset="0"/>
            </a:endParaRPr>
          </a:p>
          <a:p>
            <a:pPr>
              <a:lnSpc>
                <a:spcPts val="1425"/>
              </a:lnSpc>
              <a:spcBef>
                <a:spcPts val="600"/>
              </a:spcBef>
              <a:buNone/>
            </a:pPr>
            <a:r>
              <a:rPr lang="en-US" b="0" dirty="0">
                <a:solidFill>
                  <a:srgbClr val="569CD6"/>
                </a:solidFill>
                <a:effectLst/>
                <a:latin typeface="Consolas" panose="020B0609020204030204" pitchFamily="49" charset="0"/>
              </a:rPr>
              <a:t>COPY</a:t>
            </a:r>
            <a:r>
              <a:rPr lang="en-US" b="0" dirty="0">
                <a:solidFill>
                  <a:srgbClr val="D4D4D4"/>
                </a:solidFill>
                <a:effectLst/>
                <a:latin typeface="Consolas" panose="020B0609020204030204" pitchFamily="49" charset="0"/>
              </a:rPr>
              <a:t> . .</a:t>
            </a:r>
          </a:p>
          <a:p>
            <a:pPr>
              <a:lnSpc>
                <a:spcPts val="1425"/>
              </a:lnSpc>
              <a:spcBef>
                <a:spcPts val="600"/>
              </a:spcBef>
            </a:pPr>
            <a:endParaRPr lang="en-US" b="0" dirty="0">
              <a:solidFill>
                <a:srgbClr val="D4D4D4"/>
              </a:solidFill>
              <a:effectLst/>
              <a:latin typeface="Consolas" panose="020B0609020204030204" pitchFamily="49" charset="0"/>
            </a:endParaRPr>
          </a:p>
          <a:p>
            <a:pPr>
              <a:lnSpc>
                <a:spcPts val="1425"/>
              </a:lnSpc>
              <a:spcBef>
                <a:spcPts val="600"/>
              </a:spcBef>
              <a:buNone/>
            </a:pPr>
            <a:r>
              <a:rPr lang="en-US" b="0" dirty="0">
                <a:solidFill>
                  <a:srgbClr val="6A9955"/>
                </a:solidFill>
                <a:effectLst/>
                <a:latin typeface="Consolas" panose="020B0609020204030204" pitchFamily="49" charset="0"/>
              </a:rPr>
              <a:t># Build app for production - </a:t>
            </a:r>
            <a:r>
              <a:rPr lang="en-US" b="0" dirty="0" err="1">
                <a:solidFill>
                  <a:srgbClr val="6A9955"/>
                </a:solidFill>
                <a:effectLst/>
                <a:latin typeface="Consolas" panose="020B0609020204030204" pitchFamily="49" charset="0"/>
              </a:rPr>
              <a:t>dist</a:t>
            </a:r>
            <a:r>
              <a:rPr lang="en-US" b="0" dirty="0">
                <a:solidFill>
                  <a:srgbClr val="6A9955"/>
                </a:solidFill>
                <a:effectLst/>
                <a:latin typeface="Consolas" panose="020B0609020204030204" pitchFamily="49" charset="0"/>
              </a:rPr>
              <a:t>/build</a:t>
            </a:r>
            <a:endParaRPr lang="en-US" b="0" dirty="0">
              <a:solidFill>
                <a:srgbClr val="D4D4D4"/>
              </a:solidFill>
              <a:effectLst/>
              <a:latin typeface="Consolas" panose="020B0609020204030204" pitchFamily="49" charset="0"/>
            </a:endParaRPr>
          </a:p>
          <a:p>
            <a:pPr>
              <a:lnSpc>
                <a:spcPts val="1425"/>
              </a:lnSpc>
              <a:spcBef>
                <a:spcPts val="600"/>
              </a:spcBef>
              <a:buNone/>
            </a:pPr>
            <a:r>
              <a:rPr lang="en-US" b="0" dirty="0">
                <a:solidFill>
                  <a:srgbClr val="569CD6"/>
                </a:solidFill>
                <a:effectLst/>
                <a:latin typeface="Consolas"/>
              </a:rPr>
              <a:t>RUN</a:t>
            </a:r>
            <a:r>
              <a:rPr lang="en-US" b="0" dirty="0">
                <a:solidFill>
                  <a:srgbClr val="D4D4D4"/>
                </a:solidFill>
                <a:effectLst/>
                <a:latin typeface="Consolas"/>
              </a:rPr>
              <a:t> </a:t>
            </a:r>
            <a:r>
              <a:rPr lang="en-US" b="0" dirty="0" err="1">
                <a:solidFill>
                  <a:srgbClr val="D4D4D4"/>
                </a:solidFill>
                <a:effectLst/>
                <a:latin typeface="Consolas"/>
              </a:rPr>
              <a:t>npm</a:t>
            </a:r>
            <a:r>
              <a:rPr lang="en-US" b="0" dirty="0">
                <a:solidFill>
                  <a:srgbClr val="D4D4D4"/>
                </a:solidFill>
                <a:effectLst/>
                <a:latin typeface="Consolas"/>
              </a:rPr>
              <a:t> run build</a:t>
            </a:r>
          </a:p>
        </p:txBody>
      </p:sp>
      <p:sp>
        <p:nvSpPr>
          <p:cNvPr id="2" name="TextBox 1">
            <a:extLst>
              <a:ext uri="{FF2B5EF4-FFF2-40B4-BE49-F238E27FC236}">
                <a16:creationId xmlns:a16="http://schemas.microsoft.com/office/drawing/2014/main" id="{A56F652A-4458-A58C-EEE7-6C2E27A86C1E}"/>
              </a:ext>
            </a:extLst>
          </p:cNvPr>
          <p:cNvSpPr txBox="1"/>
          <p:nvPr/>
        </p:nvSpPr>
        <p:spPr>
          <a:xfrm>
            <a:off x="490194" y="3657600"/>
            <a:ext cx="1745863" cy="369332"/>
          </a:xfrm>
          <a:prstGeom prst="rect">
            <a:avLst/>
          </a:prstGeom>
          <a:noFill/>
        </p:spPr>
        <p:txBody>
          <a:bodyPr wrap="none" rtlCol="0">
            <a:spAutoFit/>
          </a:bodyPr>
          <a:lstStyle/>
          <a:p>
            <a:r>
              <a:rPr lang="en-US" b="1" dirty="0"/>
              <a:t>Font </a:t>
            </a:r>
            <a:r>
              <a:rPr lang="en-US" b="1" dirty="0" err="1"/>
              <a:t>chữ</a:t>
            </a:r>
            <a:r>
              <a:rPr lang="en-US" b="1" dirty="0"/>
              <a:t>: </a:t>
            </a:r>
            <a:r>
              <a:rPr lang="en-US" dirty="0"/>
              <a:t>Calibri</a:t>
            </a:r>
          </a:p>
        </p:txBody>
      </p:sp>
      <p:sp>
        <p:nvSpPr>
          <p:cNvPr id="10" name="TextBox 9">
            <a:extLst>
              <a:ext uri="{FF2B5EF4-FFF2-40B4-BE49-F238E27FC236}">
                <a16:creationId xmlns:a16="http://schemas.microsoft.com/office/drawing/2014/main" id="{350FE9FC-9697-94FD-3FDB-C8489E302D33}"/>
              </a:ext>
            </a:extLst>
          </p:cNvPr>
          <p:cNvSpPr txBox="1"/>
          <p:nvPr/>
        </p:nvSpPr>
        <p:spPr>
          <a:xfrm>
            <a:off x="490194" y="4337391"/>
            <a:ext cx="1734532" cy="369332"/>
          </a:xfrm>
          <a:prstGeom prst="rect">
            <a:avLst/>
          </a:prstGeom>
          <a:noFill/>
        </p:spPr>
        <p:txBody>
          <a:bodyPr wrap="square" rtlCol="0">
            <a:spAutoFit/>
          </a:bodyPr>
          <a:lstStyle/>
          <a:p>
            <a:r>
              <a:rPr lang="en-US" b="1" dirty="0">
                <a:solidFill>
                  <a:srgbClr val="FF0000"/>
                </a:solidFill>
              </a:rPr>
              <a:t>Màu </a:t>
            </a:r>
            <a:r>
              <a:rPr lang="en-US" b="1" dirty="0" err="1">
                <a:solidFill>
                  <a:srgbClr val="FF0000"/>
                </a:solidFill>
              </a:rPr>
              <a:t>đỏ</a:t>
            </a:r>
            <a:endParaRPr lang="en-US" b="1" dirty="0">
              <a:solidFill>
                <a:srgbClr val="FF0000"/>
              </a:solidFill>
            </a:endParaRPr>
          </a:p>
        </p:txBody>
      </p:sp>
      <p:sp>
        <p:nvSpPr>
          <p:cNvPr id="11" name="TextBox 10">
            <a:extLst>
              <a:ext uri="{FF2B5EF4-FFF2-40B4-BE49-F238E27FC236}">
                <a16:creationId xmlns:a16="http://schemas.microsoft.com/office/drawing/2014/main" id="{0ECAA33E-995B-4EE9-5577-909EFF4137A9}"/>
              </a:ext>
            </a:extLst>
          </p:cNvPr>
          <p:cNvSpPr txBox="1"/>
          <p:nvPr/>
        </p:nvSpPr>
        <p:spPr>
          <a:xfrm>
            <a:off x="490194" y="4707210"/>
            <a:ext cx="1734532" cy="369332"/>
          </a:xfrm>
          <a:prstGeom prst="rect">
            <a:avLst/>
          </a:prstGeom>
          <a:noFill/>
        </p:spPr>
        <p:txBody>
          <a:bodyPr wrap="square" rtlCol="0">
            <a:spAutoFit/>
          </a:bodyPr>
          <a:lstStyle/>
          <a:p>
            <a:r>
              <a:rPr lang="en-US" b="1" dirty="0">
                <a:solidFill>
                  <a:schemeClr val="accent6">
                    <a:lumMod val="75000"/>
                  </a:schemeClr>
                </a:solidFill>
              </a:rPr>
              <a:t>Màu </a:t>
            </a:r>
            <a:r>
              <a:rPr lang="en-US" b="1" dirty="0" err="1">
                <a:solidFill>
                  <a:schemeClr val="accent6">
                    <a:lumMod val="75000"/>
                  </a:schemeClr>
                </a:solidFill>
              </a:rPr>
              <a:t>xanh</a:t>
            </a:r>
            <a:r>
              <a:rPr lang="en-US" b="1" dirty="0">
                <a:solidFill>
                  <a:schemeClr val="accent6">
                    <a:lumMod val="75000"/>
                  </a:schemeClr>
                </a:solidFill>
              </a:rPr>
              <a:t> </a:t>
            </a:r>
            <a:r>
              <a:rPr lang="en-US" b="1" dirty="0" err="1">
                <a:solidFill>
                  <a:schemeClr val="accent6">
                    <a:lumMod val="75000"/>
                  </a:schemeClr>
                </a:solidFill>
              </a:rPr>
              <a:t>lá</a:t>
            </a:r>
            <a:endParaRPr lang="en-US" b="1" dirty="0">
              <a:solidFill>
                <a:schemeClr val="accent6">
                  <a:lumMod val="75000"/>
                </a:schemeClr>
              </a:solidFill>
            </a:endParaRPr>
          </a:p>
        </p:txBody>
      </p:sp>
      <p:sp>
        <p:nvSpPr>
          <p:cNvPr id="12" name="TextBox 11">
            <a:extLst>
              <a:ext uri="{FF2B5EF4-FFF2-40B4-BE49-F238E27FC236}">
                <a16:creationId xmlns:a16="http://schemas.microsoft.com/office/drawing/2014/main" id="{774080A7-2B03-62E5-9D39-7AE3A41A4D7F}"/>
              </a:ext>
            </a:extLst>
          </p:cNvPr>
          <p:cNvSpPr txBox="1"/>
          <p:nvPr/>
        </p:nvSpPr>
        <p:spPr>
          <a:xfrm>
            <a:off x="490193" y="5065191"/>
            <a:ext cx="2262433" cy="369332"/>
          </a:xfrm>
          <a:prstGeom prst="rect">
            <a:avLst/>
          </a:prstGeom>
          <a:noFill/>
        </p:spPr>
        <p:txBody>
          <a:bodyPr wrap="square" rtlCol="0">
            <a:spAutoFit/>
          </a:bodyPr>
          <a:lstStyle/>
          <a:p>
            <a:r>
              <a:rPr lang="en-US" b="1" dirty="0">
                <a:solidFill>
                  <a:srgbClr val="0070C0"/>
                </a:solidFill>
              </a:rPr>
              <a:t>Màu </a:t>
            </a:r>
            <a:r>
              <a:rPr lang="en-US" b="1" dirty="0" err="1">
                <a:solidFill>
                  <a:srgbClr val="0070C0"/>
                </a:solidFill>
              </a:rPr>
              <a:t>xanh</a:t>
            </a:r>
            <a:r>
              <a:rPr lang="en-US" b="1" dirty="0">
                <a:solidFill>
                  <a:srgbClr val="0070C0"/>
                </a:solidFill>
              </a:rPr>
              <a:t> </a:t>
            </a:r>
            <a:r>
              <a:rPr lang="en-US" b="1" dirty="0" err="1">
                <a:solidFill>
                  <a:srgbClr val="0070C0"/>
                </a:solidFill>
              </a:rPr>
              <a:t>dương</a:t>
            </a:r>
            <a:endParaRPr lang="en-US" b="1" dirty="0">
              <a:solidFill>
                <a:srgbClr val="0070C0"/>
              </a:solidFill>
            </a:endParaRPr>
          </a:p>
        </p:txBody>
      </p:sp>
      <p:sp>
        <p:nvSpPr>
          <p:cNvPr id="13" name="TextBox 12">
            <a:extLst>
              <a:ext uri="{FF2B5EF4-FFF2-40B4-BE49-F238E27FC236}">
                <a16:creationId xmlns:a16="http://schemas.microsoft.com/office/drawing/2014/main" id="{127D4F1F-0430-2DB4-211A-13E8203E55F2}"/>
              </a:ext>
            </a:extLst>
          </p:cNvPr>
          <p:cNvSpPr txBox="1"/>
          <p:nvPr/>
        </p:nvSpPr>
        <p:spPr>
          <a:xfrm>
            <a:off x="509047" y="5434523"/>
            <a:ext cx="2262433" cy="369332"/>
          </a:xfrm>
          <a:prstGeom prst="rect">
            <a:avLst/>
          </a:prstGeom>
          <a:noFill/>
        </p:spPr>
        <p:txBody>
          <a:bodyPr wrap="square" rtlCol="0">
            <a:spAutoFit/>
          </a:bodyPr>
          <a:lstStyle/>
          <a:p>
            <a:r>
              <a:rPr lang="en-US" b="1" dirty="0">
                <a:solidFill>
                  <a:schemeClr val="accent2">
                    <a:lumMod val="75000"/>
                  </a:schemeClr>
                </a:solidFill>
              </a:rPr>
              <a:t>Màu cam</a:t>
            </a:r>
          </a:p>
        </p:txBody>
      </p:sp>
      <p:sp>
        <p:nvSpPr>
          <p:cNvPr id="15" name="TextBox 14">
            <a:extLst>
              <a:ext uri="{FF2B5EF4-FFF2-40B4-BE49-F238E27FC236}">
                <a16:creationId xmlns:a16="http://schemas.microsoft.com/office/drawing/2014/main" id="{254AB2CA-2849-516C-455F-2573E77321DF}"/>
              </a:ext>
            </a:extLst>
          </p:cNvPr>
          <p:cNvSpPr txBox="1"/>
          <p:nvPr/>
        </p:nvSpPr>
        <p:spPr>
          <a:xfrm>
            <a:off x="527901" y="5803855"/>
            <a:ext cx="2262433" cy="369332"/>
          </a:xfrm>
          <a:prstGeom prst="rect">
            <a:avLst/>
          </a:prstGeom>
          <a:noFill/>
        </p:spPr>
        <p:txBody>
          <a:bodyPr wrap="square" rtlCol="0">
            <a:spAutoFit/>
          </a:bodyPr>
          <a:lstStyle/>
          <a:p>
            <a:r>
              <a:rPr lang="en-US" b="1" dirty="0"/>
              <a:t>Màu </a:t>
            </a:r>
            <a:r>
              <a:rPr lang="en-US" b="1" dirty="0" err="1"/>
              <a:t>đen</a:t>
            </a:r>
            <a:endParaRPr lang="en-US" b="1" dirty="0"/>
          </a:p>
        </p:txBody>
      </p:sp>
      <p:sp>
        <p:nvSpPr>
          <p:cNvPr id="18" name="TextBox 17">
            <a:extLst>
              <a:ext uri="{FF2B5EF4-FFF2-40B4-BE49-F238E27FC236}">
                <a16:creationId xmlns:a16="http://schemas.microsoft.com/office/drawing/2014/main" id="{EA3238CA-AD11-CA09-766A-5A1916AAB428}"/>
              </a:ext>
            </a:extLst>
          </p:cNvPr>
          <p:cNvSpPr txBox="1"/>
          <p:nvPr/>
        </p:nvSpPr>
        <p:spPr>
          <a:xfrm>
            <a:off x="490193" y="4018716"/>
            <a:ext cx="6094476" cy="400110"/>
          </a:xfrm>
          <a:prstGeom prst="rect">
            <a:avLst/>
          </a:prstGeom>
          <a:noFill/>
        </p:spPr>
        <p:txBody>
          <a:bodyPr wrap="square">
            <a:spAutoFit/>
          </a:bodyPr>
          <a:lstStyle/>
          <a:p>
            <a:r>
              <a:rPr lang="en-US" sz="2000" b="1" dirty="0"/>
              <a:t>Các màu </a:t>
            </a:r>
            <a:r>
              <a:rPr lang="en-US" sz="2000" b="1" dirty="0" err="1"/>
              <a:t>sử</a:t>
            </a:r>
            <a:r>
              <a:rPr lang="en-US" sz="2000" b="1" dirty="0"/>
              <a:t> </a:t>
            </a:r>
            <a:r>
              <a:rPr lang="en-US" sz="2000" b="1" dirty="0" err="1"/>
              <a:t>dụng</a:t>
            </a:r>
            <a:r>
              <a:rPr lang="en-US" sz="2000" b="1" dirty="0"/>
              <a:t>:</a:t>
            </a:r>
          </a:p>
        </p:txBody>
      </p:sp>
      <p:sp>
        <p:nvSpPr>
          <p:cNvPr id="19" name="TextBox 18">
            <a:extLst>
              <a:ext uri="{FF2B5EF4-FFF2-40B4-BE49-F238E27FC236}">
                <a16:creationId xmlns:a16="http://schemas.microsoft.com/office/drawing/2014/main" id="{EF2AAC74-8A33-869D-BBC7-5118E4A5E70D}"/>
              </a:ext>
            </a:extLst>
          </p:cNvPr>
          <p:cNvSpPr txBox="1"/>
          <p:nvPr/>
        </p:nvSpPr>
        <p:spPr>
          <a:xfrm>
            <a:off x="2959221" y="3603193"/>
            <a:ext cx="3437223" cy="954107"/>
          </a:xfrm>
          <a:prstGeom prst="rect">
            <a:avLst/>
          </a:prstGeom>
          <a:noFill/>
        </p:spPr>
        <p:txBody>
          <a:bodyPr wrap="none" rtlCol="0">
            <a:spAutoFit/>
          </a:bodyPr>
          <a:lstStyle/>
          <a:p>
            <a:r>
              <a:rPr lang="en-US" sz="2000" b="1" dirty="0"/>
              <a:t>Lưu ý </a:t>
            </a:r>
            <a:r>
              <a:rPr lang="en-US" sz="2000" b="1" dirty="0" err="1"/>
              <a:t>chung</a:t>
            </a:r>
            <a:r>
              <a:rPr lang="en-US" sz="2000" b="1" dirty="0"/>
              <a:t> </a:t>
            </a:r>
          </a:p>
          <a:p>
            <a:r>
              <a:rPr lang="en-US" dirty="0" err="1"/>
              <a:t>Sử</a:t>
            </a:r>
            <a:r>
              <a:rPr lang="en-US" dirty="0"/>
              <a:t> </a:t>
            </a:r>
            <a:r>
              <a:rPr lang="en-US" dirty="0" err="1"/>
              <a:t>dụng</a:t>
            </a:r>
            <a:r>
              <a:rPr lang="en-US" dirty="0"/>
              <a:t> </a:t>
            </a:r>
            <a:r>
              <a:rPr lang="en-US" dirty="0" err="1"/>
              <a:t>tiếng</a:t>
            </a:r>
            <a:r>
              <a:rPr lang="en-US" dirty="0"/>
              <a:t> Anh</a:t>
            </a:r>
          </a:p>
          <a:p>
            <a:r>
              <a:rPr lang="en-US" dirty="0"/>
              <a:t>Lưu ý </a:t>
            </a:r>
            <a:r>
              <a:rPr lang="en-US" dirty="0" err="1"/>
              <a:t>kiểm</a:t>
            </a:r>
            <a:r>
              <a:rPr lang="en-US" dirty="0"/>
              <a:t> </a:t>
            </a:r>
            <a:r>
              <a:rPr lang="en-US" dirty="0" err="1"/>
              <a:t>tra</a:t>
            </a:r>
            <a:r>
              <a:rPr lang="en-US" dirty="0"/>
              <a:t> </a:t>
            </a:r>
            <a:r>
              <a:rPr lang="en-US" dirty="0" err="1"/>
              <a:t>ngữ</a:t>
            </a:r>
            <a:r>
              <a:rPr lang="en-US" dirty="0"/>
              <a:t> </a:t>
            </a:r>
            <a:r>
              <a:rPr lang="en-US" dirty="0" err="1"/>
              <a:t>pháp</a:t>
            </a:r>
            <a:r>
              <a:rPr lang="en-US" dirty="0"/>
              <a:t> </a:t>
            </a:r>
            <a:r>
              <a:rPr lang="en-US" dirty="0" err="1"/>
              <a:t>tiếng</a:t>
            </a:r>
            <a:r>
              <a:rPr lang="en-US" dirty="0"/>
              <a:t> Anh</a:t>
            </a:r>
          </a:p>
        </p:txBody>
      </p:sp>
      <p:sp>
        <p:nvSpPr>
          <p:cNvPr id="20" name="TextBox 19">
            <a:extLst>
              <a:ext uri="{FF2B5EF4-FFF2-40B4-BE49-F238E27FC236}">
                <a16:creationId xmlns:a16="http://schemas.microsoft.com/office/drawing/2014/main" id="{5E46722B-D9D8-71C5-030C-C43F7CA6EB7D}"/>
              </a:ext>
            </a:extLst>
          </p:cNvPr>
          <p:cNvSpPr txBox="1"/>
          <p:nvPr/>
        </p:nvSpPr>
        <p:spPr>
          <a:xfrm>
            <a:off x="6823938" y="3657600"/>
            <a:ext cx="5056705" cy="1477328"/>
          </a:xfrm>
          <a:prstGeom prst="rect">
            <a:avLst/>
          </a:prstGeom>
          <a:noFill/>
        </p:spPr>
        <p:txBody>
          <a:bodyPr wrap="none" rtlCol="0">
            <a:spAutoFit/>
          </a:bodyPr>
          <a:lstStyle/>
          <a:p>
            <a:r>
              <a:rPr lang="en-US" b="1" dirty="0"/>
              <a:t>Size </a:t>
            </a:r>
            <a:r>
              <a:rPr lang="en-US" b="1" dirty="0" err="1"/>
              <a:t>chữ</a:t>
            </a:r>
            <a:r>
              <a:rPr lang="en-US" b="1" dirty="0"/>
              <a:t>:</a:t>
            </a:r>
          </a:p>
          <a:p>
            <a:endParaRPr lang="en-US" b="1" dirty="0"/>
          </a:p>
          <a:p>
            <a:r>
              <a:rPr lang="en-US" b="1" dirty="0" err="1"/>
              <a:t>Tiêu</a:t>
            </a:r>
            <a:r>
              <a:rPr lang="en-US" b="1" dirty="0"/>
              <a:t> </a:t>
            </a:r>
            <a:r>
              <a:rPr lang="en-US" b="1" dirty="0" err="1"/>
              <a:t>đề</a:t>
            </a:r>
            <a:r>
              <a:rPr lang="en-US" b="1" dirty="0"/>
              <a:t> Level 1: </a:t>
            </a:r>
            <a:r>
              <a:rPr lang="en-US" dirty="0" err="1"/>
              <a:t>Thống</a:t>
            </a:r>
            <a:r>
              <a:rPr lang="en-US" dirty="0"/>
              <a:t> </a:t>
            </a:r>
            <a:r>
              <a:rPr lang="en-US" dirty="0" err="1"/>
              <a:t>nhất</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làm</a:t>
            </a:r>
            <a:r>
              <a:rPr lang="en-US" dirty="0"/>
              <a:t> </a:t>
            </a:r>
            <a:r>
              <a:rPr lang="en-US" dirty="0" err="1"/>
              <a:t>thử</a:t>
            </a:r>
            <a:endParaRPr lang="en-US" dirty="0"/>
          </a:p>
          <a:p>
            <a:r>
              <a:rPr lang="en-US" b="1" dirty="0" err="1"/>
              <a:t>Tiêu</a:t>
            </a:r>
            <a:r>
              <a:rPr lang="en-US" b="1" dirty="0"/>
              <a:t> </a:t>
            </a:r>
            <a:r>
              <a:rPr lang="en-US" b="1" dirty="0" err="1"/>
              <a:t>đề</a:t>
            </a:r>
            <a:r>
              <a:rPr lang="en-US" b="1" dirty="0"/>
              <a:t> Level 2: </a:t>
            </a:r>
            <a:r>
              <a:rPr lang="en-US" dirty="0" err="1"/>
              <a:t>Thống</a:t>
            </a:r>
            <a:r>
              <a:rPr lang="en-US" dirty="0"/>
              <a:t> </a:t>
            </a:r>
            <a:r>
              <a:rPr lang="en-US" dirty="0" err="1"/>
              <a:t>nhất</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làm</a:t>
            </a:r>
            <a:r>
              <a:rPr lang="en-US" dirty="0"/>
              <a:t> </a:t>
            </a:r>
            <a:r>
              <a:rPr lang="en-US" dirty="0" err="1"/>
              <a:t>thử</a:t>
            </a:r>
            <a:endParaRPr lang="en-US" dirty="0"/>
          </a:p>
          <a:p>
            <a:r>
              <a:rPr lang="en-US" b="1" dirty="0"/>
              <a:t>Paragraph: </a:t>
            </a:r>
            <a:r>
              <a:rPr lang="en-US" dirty="0" err="1"/>
              <a:t>Thống</a:t>
            </a:r>
            <a:r>
              <a:rPr lang="en-US" dirty="0"/>
              <a:t> </a:t>
            </a:r>
            <a:r>
              <a:rPr lang="en-US" dirty="0" err="1"/>
              <a:t>nhất</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làm</a:t>
            </a:r>
            <a:r>
              <a:rPr lang="en-US" dirty="0"/>
              <a:t> </a:t>
            </a:r>
            <a:r>
              <a:rPr lang="en-US" dirty="0" err="1"/>
              <a:t>thử</a:t>
            </a:r>
            <a:endParaRPr lang="en-US" dirty="0"/>
          </a:p>
        </p:txBody>
      </p:sp>
      <p:pic>
        <p:nvPicPr>
          <p:cNvPr id="5" name="Picture 4">
            <a:extLst>
              <a:ext uri="{FF2B5EF4-FFF2-40B4-BE49-F238E27FC236}">
                <a16:creationId xmlns:a16="http://schemas.microsoft.com/office/drawing/2014/main" id="{ACB48476-34CA-2D69-9120-28A4BC9314B1}"/>
              </a:ext>
            </a:extLst>
          </p:cNvPr>
          <p:cNvPicPr>
            <a:picLocks noChangeAspect="1"/>
          </p:cNvPicPr>
          <p:nvPr/>
        </p:nvPicPr>
        <p:blipFill>
          <a:blip r:embed="rId3"/>
          <a:stretch>
            <a:fillRect/>
          </a:stretch>
        </p:blipFill>
        <p:spPr>
          <a:xfrm>
            <a:off x="9971679" y="5565593"/>
            <a:ext cx="1692420" cy="511327"/>
          </a:xfrm>
          <a:prstGeom prst="rect">
            <a:avLst/>
          </a:prstGeom>
        </p:spPr>
      </p:pic>
      <p:pic>
        <p:nvPicPr>
          <p:cNvPr id="6" name="Picture 5">
            <a:extLst>
              <a:ext uri="{FF2B5EF4-FFF2-40B4-BE49-F238E27FC236}">
                <a16:creationId xmlns:a16="http://schemas.microsoft.com/office/drawing/2014/main" id="{2ECC9F75-BF9E-0A25-6053-7BEFE838EE2B}"/>
              </a:ext>
            </a:extLst>
          </p:cNvPr>
          <p:cNvPicPr>
            <a:picLocks noChangeAspect="1"/>
          </p:cNvPicPr>
          <p:nvPr/>
        </p:nvPicPr>
        <p:blipFill>
          <a:blip r:embed="rId4"/>
          <a:stretch>
            <a:fillRect/>
          </a:stretch>
        </p:blipFill>
        <p:spPr>
          <a:xfrm>
            <a:off x="3234904" y="5619189"/>
            <a:ext cx="2325850" cy="483253"/>
          </a:xfrm>
          <a:prstGeom prst="rect">
            <a:avLst/>
          </a:prstGeom>
        </p:spPr>
      </p:pic>
      <p:pic>
        <p:nvPicPr>
          <p:cNvPr id="7" name="Picture 6">
            <a:extLst>
              <a:ext uri="{FF2B5EF4-FFF2-40B4-BE49-F238E27FC236}">
                <a16:creationId xmlns:a16="http://schemas.microsoft.com/office/drawing/2014/main" id="{485BC07E-01A6-BC09-B0F9-93F95DB0F2F2}"/>
              </a:ext>
            </a:extLst>
          </p:cNvPr>
          <p:cNvPicPr>
            <a:picLocks noChangeAspect="1"/>
          </p:cNvPicPr>
          <p:nvPr/>
        </p:nvPicPr>
        <p:blipFill>
          <a:blip r:embed="rId5"/>
          <a:stretch>
            <a:fillRect/>
          </a:stretch>
        </p:blipFill>
        <p:spPr>
          <a:xfrm>
            <a:off x="7701742" y="5585859"/>
            <a:ext cx="2040687" cy="516583"/>
          </a:xfrm>
          <a:prstGeom prst="rect">
            <a:avLst/>
          </a:prstGeom>
        </p:spPr>
      </p:pic>
      <p:pic>
        <p:nvPicPr>
          <p:cNvPr id="9" name="Picture 8">
            <a:extLst>
              <a:ext uri="{FF2B5EF4-FFF2-40B4-BE49-F238E27FC236}">
                <a16:creationId xmlns:a16="http://schemas.microsoft.com/office/drawing/2014/main" id="{135E8E96-8AE5-0474-1CB8-ED4112DAC386}"/>
              </a:ext>
            </a:extLst>
          </p:cNvPr>
          <p:cNvPicPr>
            <a:picLocks noChangeAspect="1"/>
          </p:cNvPicPr>
          <p:nvPr/>
        </p:nvPicPr>
        <p:blipFill>
          <a:blip r:embed="rId6"/>
          <a:stretch>
            <a:fillRect/>
          </a:stretch>
        </p:blipFill>
        <p:spPr>
          <a:xfrm>
            <a:off x="5887164" y="5605721"/>
            <a:ext cx="1488168" cy="516583"/>
          </a:xfrm>
          <a:prstGeom prst="rect">
            <a:avLst/>
          </a:prstGeom>
        </p:spPr>
      </p:pic>
      <p:pic>
        <p:nvPicPr>
          <p:cNvPr id="23" name="Picture 22">
            <a:extLst>
              <a:ext uri="{FF2B5EF4-FFF2-40B4-BE49-F238E27FC236}">
                <a16:creationId xmlns:a16="http://schemas.microsoft.com/office/drawing/2014/main" id="{BB0F13B2-23C8-75B8-39E7-40DB03DF2FC5}"/>
              </a:ext>
            </a:extLst>
          </p:cNvPr>
          <p:cNvPicPr>
            <a:picLocks noChangeAspect="1"/>
          </p:cNvPicPr>
          <p:nvPr/>
        </p:nvPicPr>
        <p:blipFill>
          <a:blip r:embed="rId7"/>
          <a:stretch>
            <a:fillRect/>
          </a:stretch>
        </p:blipFill>
        <p:spPr>
          <a:xfrm>
            <a:off x="3491577" y="4779942"/>
            <a:ext cx="719863" cy="831158"/>
          </a:xfrm>
          <a:prstGeom prst="rect">
            <a:avLst/>
          </a:prstGeom>
        </p:spPr>
      </p:pic>
    </p:spTree>
    <p:extLst>
      <p:ext uri="{BB962C8B-B14F-4D97-AF65-F5344CB8AC3E}">
        <p14:creationId xmlns:p14="http://schemas.microsoft.com/office/powerpoint/2010/main" val="222885190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057E9-81C3-8D2F-991F-D634207A8E36}"/>
            </a:ext>
          </a:extLst>
        </p:cNvPr>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4468F4F7-49FC-3D5D-E85B-3D9B36F3FDB3}"/>
              </a:ext>
            </a:extLst>
          </p:cNvPr>
          <p:cNvSpPr txBox="1">
            <a:spLocks/>
          </p:cNvSpPr>
          <p:nvPr/>
        </p:nvSpPr>
        <p:spPr>
          <a:xfrm>
            <a:off x="9363075" y="6562725"/>
            <a:ext cx="2743200" cy="27305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8673726-229C-46D4-AAF5-D12BE1B584AD}" type="slidenum">
              <a:rPr kumimoji="0" lang="en-US" sz="1200" b="0" i="0" u="none" strike="noStrike" kern="1200" cap="none" spc="0" normalizeH="0" baseline="0" noProof="0" smtClean="0">
                <a:ln>
                  <a:noFill/>
                </a:ln>
                <a:solidFill>
                  <a:prstClr val="white"/>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 name="Title 2">
            <a:extLst>
              <a:ext uri="{FF2B5EF4-FFF2-40B4-BE49-F238E27FC236}">
                <a16:creationId xmlns:a16="http://schemas.microsoft.com/office/drawing/2014/main" id="{A42B1127-0169-AE80-6F6A-826E171675F7}"/>
              </a:ext>
            </a:extLst>
          </p:cNvPr>
          <p:cNvSpPr txBox="1">
            <a:spLocks/>
          </p:cNvSpPr>
          <p:nvPr/>
        </p:nvSpPr>
        <p:spPr>
          <a:xfrm>
            <a:off x="1272619" y="242059"/>
            <a:ext cx="10143241" cy="74771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tx1"/>
                </a:solidFill>
                <a:effectLst>
                  <a:outerShdw blurRad="38100" dist="38100" dir="2700000" algn="tl">
                    <a:schemeClr val="tx1">
                      <a:lumMod val="65000"/>
                      <a:lumOff val="35000"/>
                      <a:alpha val="43000"/>
                    </a:schemeClr>
                  </a:outerShdw>
                </a:effectLst>
                <a:latin typeface="Arial" panose="020B0604020202020204" pitchFamily="34" charset="0"/>
                <a:ea typeface="+mj-ea"/>
                <a:cs typeface="Arial" panose="020B0604020202020204"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0" normalizeH="0" baseline="0" noProof="0">
              <a:ln>
                <a:noFill/>
              </a:ln>
              <a:solidFill>
                <a:prstClr val="black">
                  <a:lumMod val="95000"/>
                  <a:lumOff val="5000"/>
                </a:prstClr>
              </a:solidFill>
              <a:effectLst/>
              <a:uLnTx/>
              <a:uFillTx/>
              <a:latin typeface="Segoe UI" panose="020B0502040204020203" pitchFamily="34" charset="0"/>
              <a:ea typeface="+mj-ea"/>
              <a:cs typeface="Segoe UI" panose="020B0502040204020203" pitchFamily="34" charset="0"/>
            </a:endParaRPr>
          </a:p>
        </p:txBody>
      </p:sp>
      <p:sp>
        <p:nvSpPr>
          <p:cNvPr id="16" name="TextBox 15">
            <a:extLst>
              <a:ext uri="{FF2B5EF4-FFF2-40B4-BE49-F238E27FC236}">
                <a16:creationId xmlns:a16="http://schemas.microsoft.com/office/drawing/2014/main" id="{A5CE3DA2-F738-7AC5-4967-2796D71D5881}"/>
              </a:ext>
            </a:extLst>
          </p:cNvPr>
          <p:cNvSpPr txBox="1"/>
          <p:nvPr/>
        </p:nvSpPr>
        <p:spPr>
          <a:xfrm>
            <a:off x="2168433" y="300122"/>
            <a:ext cx="8456023" cy="707886"/>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Template source code</a:t>
            </a:r>
          </a:p>
        </p:txBody>
      </p:sp>
      <p:pic>
        <p:nvPicPr>
          <p:cNvPr id="17" name="Picture 16">
            <a:extLst>
              <a:ext uri="{FF2B5EF4-FFF2-40B4-BE49-F238E27FC236}">
                <a16:creationId xmlns:a16="http://schemas.microsoft.com/office/drawing/2014/main" id="{73FD3E3E-6697-7417-42D5-7E46E604A366}"/>
              </a:ext>
            </a:extLst>
          </p:cNvPr>
          <p:cNvPicPr>
            <a:picLocks noChangeAspect="1"/>
          </p:cNvPicPr>
          <p:nvPr/>
        </p:nvPicPr>
        <p:blipFill>
          <a:blip r:embed="rId3"/>
          <a:stretch>
            <a:fillRect/>
          </a:stretch>
        </p:blipFill>
        <p:spPr>
          <a:xfrm>
            <a:off x="141279" y="1696190"/>
            <a:ext cx="2178175" cy="689103"/>
          </a:xfrm>
          <a:prstGeom prst="rect">
            <a:avLst/>
          </a:prstGeom>
        </p:spPr>
      </p:pic>
      <p:pic>
        <p:nvPicPr>
          <p:cNvPr id="11270" name="Picture 6" descr="What Is Argo CD?. Argo CD started at Intuit a few years… | by Future Techno  India | Medium">
            <a:extLst>
              <a:ext uri="{FF2B5EF4-FFF2-40B4-BE49-F238E27FC236}">
                <a16:creationId xmlns:a16="http://schemas.microsoft.com/office/drawing/2014/main" id="{3ACC6FBA-EE5A-0683-C62E-5DA9D2160C3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066" b="13530"/>
          <a:stretch>
            <a:fillRect/>
          </a:stretch>
        </p:blipFill>
        <p:spPr bwMode="auto">
          <a:xfrm>
            <a:off x="141279" y="2938586"/>
            <a:ext cx="2178175" cy="886282"/>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28786C8B-63EF-DA80-598C-08D31AAF836C}"/>
              </a:ext>
            </a:extLst>
          </p:cNvPr>
          <p:cNvGrpSpPr/>
          <p:nvPr/>
        </p:nvGrpSpPr>
        <p:grpSpPr>
          <a:xfrm>
            <a:off x="4505325" y="2057404"/>
            <a:ext cx="3409950" cy="952501"/>
            <a:chOff x="4505325" y="2057404"/>
            <a:chExt cx="3409950" cy="952501"/>
          </a:xfrm>
        </p:grpSpPr>
        <p:pic>
          <p:nvPicPr>
            <p:cNvPr id="11272" name="Picture 8" descr="An Introduction To Ansible Playbooks | by Michael Jonaitis | Medium">
              <a:extLst>
                <a:ext uri="{FF2B5EF4-FFF2-40B4-BE49-F238E27FC236}">
                  <a16:creationId xmlns:a16="http://schemas.microsoft.com/office/drawing/2014/main" id="{575DC5C4-5D40-DEEC-6E41-C6871C63963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455" t="6042" r="30155" b="36181"/>
            <a:stretch>
              <a:fillRect/>
            </a:stretch>
          </p:blipFill>
          <p:spPr bwMode="auto">
            <a:xfrm>
              <a:off x="4505325" y="2061168"/>
              <a:ext cx="971551" cy="94873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An Introduction To Ansible Playbooks | by Michael Jonaitis | Medium">
              <a:extLst>
                <a:ext uri="{FF2B5EF4-FFF2-40B4-BE49-F238E27FC236}">
                  <a16:creationId xmlns:a16="http://schemas.microsoft.com/office/drawing/2014/main" id="{3EB5A2ED-3BA0-C806-83E7-FC8B77888D4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127" t="63819" r="26821" b="8403"/>
            <a:stretch>
              <a:fillRect/>
            </a:stretch>
          </p:blipFill>
          <p:spPr bwMode="auto">
            <a:xfrm>
              <a:off x="5514974" y="2057404"/>
              <a:ext cx="2400301" cy="952501"/>
            </a:xfrm>
            <a:prstGeom prst="rect">
              <a:avLst/>
            </a:prstGeom>
            <a:noFill/>
            <a:extLst>
              <a:ext uri="{909E8E84-426E-40DD-AFC4-6F175D3DCCD1}">
                <a14:hiddenFill xmlns:a14="http://schemas.microsoft.com/office/drawing/2010/main">
                  <a:solidFill>
                    <a:srgbClr val="FFFFFF"/>
                  </a:solidFill>
                </a14:hiddenFill>
              </a:ext>
            </a:extLst>
          </p:spPr>
        </p:pic>
      </p:grpSp>
      <p:pic>
        <p:nvPicPr>
          <p:cNvPr id="26" name="Picture 25">
            <a:extLst>
              <a:ext uri="{FF2B5EF4-FFF2-40B4-BE49-F238E27FC236}">
                <a16:creationId xmlns:a16="http://schemas.microsoft.com/office/drawing/2014/main" id="{49795042-65E9-EFDD-2DA1-67D445BE5C41}"/>
              </a:ext>
            </a:extLst>
          </p:cNvPr>
          <p:cNvPicPr>
            <a:picLocks noChangeAspect="1"/>
          </p:cNvPicPr>
          <p:nvPr/>
        </p:nvPicPr>
        <p:blipFill>
          <a:blip r:embed="rId6"/>
          <a:stretch>
            <a:fillRect/>
          </a:stretch>
        </p:blipFill>
        <p:spPr>
          <a:xfrm>
            <a:off x="141279" y="4262735"/>
            <a:ext cx="3096862" cy="689103"/>
          </a:xfrm>
          <a:prstGeom prst="rect">
            <a:avLst/>
          </a:prstGeom>
        </p:spPr>
      </p:pic>
      <p:pic>
        <p:nvPicPr>
          <p:cNvPr id="28" name="Picture 27">
            <a:extLst>
              <a:ext uri="{FF2B5EF4-FFF2-40B4-BE49-F238E27FC236}">
                <a16:creationId xmlns:a16="http://schemas.microsoft.com/office/drawing/2014/main" id="{81E3CAF5-C7E6-1B2D-D0A9-9B1C73DD66D2}"/>
              </a:ext>
            </a:extLst>
          </p:cNvPr>
          <p:cNvPicPr>
            <a:picLocks noChangeAspect="1"/>
          </p:cNvPicPr>
          <p:nvPr/>
        </p:nvPicPr>
        <p:blipFill>
          <a:blip r:embed="rId7"/>
          <a:stretch>
            <a:fillRect/>
          </a:stretch>
        </p:blipFill>
        <p:spPr>
          <a:xfrm>
            <a:off x="303391" y="5389705"/>
            <a:ext cx="689103" cy="689103"/>
          </a:xfrm>
          <a:prstGeom prst="rect">
            <a:avLst/>
          </a:prstGeom>
        </p:spPr>
      </p:pic>
      <p:pic>
        <p:nvPicPr>
          <p:cNvPr id="11278" name="Picture 14" descr="GitLab.com · GitLab">
            <a:extLst>
              <a:ext uri="{FF2B5EF4-FFF2-40B4-BE49-F238E27FC236}">
                <a16:creationId xmlns:a16="http://schemas.microsoft.com/office/drawing/2014/main" id="{BAD5E9C8-EA31-9DB8-09B6-6A38A77EB68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30351" y="5347054"/>
            <a:ext cx="878673" cy="87867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a:extLst>
              <a:ext uri="{FF2B5EF4-FFF2-40B4-BE49-F238E27FC236}">
                <a16:creationId xmlns:a16="http://schemas.microsoft.com/office/drawing/2014/main" id="{E032964C-6F3B-E01A-DC6C-D699E0B69B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62650" y="3295650"/>
            <a:ext cx="266700" cy="2667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4B87D4A0-8A6F-3FCB-20E1-020FED4A8EF8}"/>
              </a:ext>
            </a:extLst>
          </p:cNvPr>
          <p:cNvPicPr>
            <a:picLocks noChangeAspect="1"/>
          </p:cNvPicPr>
          <p:nvPr/>
        </p:nvPicPr>
        <p:blipFill>
          <a:blip r:embed="rId10"/>
          <a:stretch>
            <a:fillRect/>
          </a:stretch>
        </p:blipFill>
        <p:spPr>
          <a:xfrm>
            <a:off x="4981419" y="3953378"/>
            <a:ext cx="2229161" cy="1114581"/>
          </a:xfrm>
          <a:prstGeom prst="rect">
            <a:avLst/>
          </a:prstGeom>
        </p:spPr>
      </p:pic>
      <p:pic>
        <p:nvPicPr>
          <p:cNvPr id="11280" name="Picture 16" descr="Press | Medium">
            <a:extLst>
              <a:ext uri="{FF2B5EF4-FFF2-40B4-BE49-F238E27FC236}">
                <a16:creationId xmlns:a16="http://schemas.microsoft.com/office/drawing/2014/main" id="{D79AA64B-1BD9-1F16-9FB4-78AA1C0DC228}"/>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5261" b="34822"/>
          <a:stretch>
            <a:fillRect/>
          </a:stretch>
        </p:blipFill>
        <p:spPr bwMode="auto">
          <a:xfrm>
            <a:off x="5192209" y="5142794"/>
            <a:ext cx="3226961" cy="643596"/>
          </a:xfrm>
          <a:prstGeom prst="rect">
            <a:avLst/>
          </a:prstGeom>
          <a:noFill/>
          <a:extLst>
            <a:ext uri="{909E8E84-426E-40DD-AFC4-6F175D3DCCD1}">
              <a14:hiddenFill xmlns:a14="http://schemas.microsoft.com/office/drawing/2010/main">
                <a:solidFill>
                  <a:srgbClr val="FFFFFF"/>
                </a:solidFill>
              </a14:hiddenFill>
            </a:ext>
          </a:extLst>
        </p:spPr>
      </p:pic>
      <p:pic>
        <p:nvPicPr>
          <p:cNvPr id="11282" name="Picture 18">
            <a:extLst>
              <a:ext uri="{FF2B5EF4-FFF2-40B4-BE49-F238E27FC236}">
                <a16:creationId xmlns:a16="http://schemas.microsoft.com/office/drawing/2014/main" id="{9B24FE8B-19FF-29D9-3DDD-76B098D0CA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234573" y="4029463"/>
            <a:ext cx="690012" cy="685412"/>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75924871-09CD-9AC6-FFE3-6BF94EC7C5F7}"/>
              </a:ext>
            </a:extLst>
          </p:cNvPr>
          <p:cNvPicPr>
            <a:picLocks noChangeAspect="1"/>
          </p:cNvPicPr>
          <p:nvPr/>
        </p:nvPicPr>
        <p:blipFill>
          <a:blip r:embed="rId13"/>
          <a:stretch>
            <a:fillRect/>
          </a:stretch>
        </p:blipFill>
        <p:spPr>
          <a:xfrm>
            <a:off x="8419170" y="2105218"/>
            <a:ext cx="2410161" cy="714475"/>
          </a:xfrm>
          <a:prstGeom prst="rect">
            <a:avLst/>
          </a:prstGeom>
        </p:spPr>
      </p:pic>
      <p:pic>
        <p:nvPicPr>
          <p:cNvPr id="11284" name="Picture 20">
            <a:extLst>
              <a:ext uri="{FF2B5EF4-FFF2-40B4-BE49-F238E27FC236}">
                <a16:creationId xmlns:a16="http://schemas.microsoft.com/office/drawing/2014/main" id="{E607D854-BF0D-1439-999D-F676D551927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239403" y="5331096"/>
            <a:ext cx="769693" cy="747712"/>
          </a:xfrm>
          <a:prstGeom prst="rect">
            <a:avLst/>
          </a:prstGeom>
          <a:noFill/>
          <a:extLst>
            <a:ext uri="{909E8E84-426E-40DD-AFC4-6F175D3DCCD1}">
              <a14:hiddenFill xmlns:a14="http://schemas.microsoft.com/office/drawing/2010/main">
                <a:solidFill>
                  <a:srgbClr val="FFFFFF"/>
                </a:solidFill>
              </a14:hiddenFill>
            </a:ext>
          </a:extLst>
        </p:spPr>
      </p:pic>
      <p:pic>
        <p:nvPicPr>
          <p:cNvPr id="11286" name="Picture 22" descr="Kong Icon Vector SVG Icon - SVG Repo">
            <a:extLst>
              <a:ext uri="{FF2B5EF4-FFF2-40B4-BE49-F238E27FC236}">
                <a16:creationId xmlns:a16="http://schemas.microsoft.com/office/drawing/2014/main" id="{D44BC2D0-B284-8944-0F13-DEC91EB720B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38141" y="5387058"/>
            <a:ext cx="769693" cy="769693"/>
          </a:xfrm>
          <a:prstGeom prst="rect">
            <a:avLst/>
          </a:prstGeom>
          <a:noFill/>
          <a:extLst>
            <a:ext uri="{909E8E84-426E-40DD-AFC4-6F175D3DCCD1}">
              <a14:hiddenFill xmlns:a14="http://schemas.microsoft.com/office/drawing/2010/main">
                <a:solidFill>
                  <a:srgbClr val="FFFFFF"/>
                </a:solidFill>
              </a14:hiddenFill>
            </a:ext>
          </a:extLst>
        </p:spPr>
      </p:pic>
      <p:sp>
        <p:nvSpPr>
          <p:cNvPr id="33" name="AutoShape 24" descr="NVIDIA AI Factory for Government Reference Design White Paper - Home">
            <a:extLst>
              <a:ext uri="{FF2B5EF4-FFF2-40B4-BE49-F238E27FC236}">
                <a16:creationId xmlns:a16="http://schemas.microsoft.com/office/drawing/2014/main" id="{5676F593-1F17-CE5E-2649-A042F0204EC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94" name="Picture 30" descr="Nvidia Logo Icons for Customization and Design">
            <a:extLst>
              <a:ext uri="{FF2B5EF4-FFF2-40B4-BE49-F238E27FC236}">
                <a16:creationId xmlns:a16="http://schemas.microsoft.com/office/drawing/2014/main" id="{AE5502E1-DAF5-E5FF-AA34-A2915936121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63809" y="2938586"/>
            <a:ext cx="831540" cy="831540"/>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DF0A5FED-C6C8-0318-3EA2-44570EBC4F64}"/>
              </a:ext>
            </a:extLst>
          </p:cNvPr>
          <p:cNvPicPr>
            <a:picLocks noChangeAspect="1"/>
          </p:cNvPicPr>
          <p:nvPr/>
        </p:nvPicPr>
        <p:blipFill>
          <a:blip r:embed="rId17"/>
          <a:stretch>
            <a:fillRect/>
          </a:stretch>
        </p:blipFill>
        <p:spPr>
          <a:xfrm>
            <a:off x="2935024" y="3168814"/>
            <a:ext cx="1165109" cy="656054"/>
          </a:xfrm>
          <a:prstGeom prst="rect">
            <a:avLst/>
          </a:prstGeom>
        </p:spPr>
      </p:pic>
    </p:spTree>
    <p:extLst>
      <p:ext uri="{BB962C8B-B14F-4D97-AF65-F5344CB8AC3E}">
        <p14:creationId xmlns:p14="http://schemas.microsoft.com/office/powerpoint/2010/main" val="22281258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 Placeholder 44">
            <a:extLst>
              <a:ext uri="{FF2B5EF4-FFF2-40B4-BE49-F238E27FC236}">
                <a16:creationId xmlns:a16="http://schemas.microsoft.com/office/drawing/2014/main" id="{8CF0FC94-280E-9B3B-F5B1-0453EF1BD229}"/>
              </a:ext>
            </a:extLst>
          </p:cNvPr>
          <p:cNvSpPr>
            <a:spLocks noGrp="1"/>
          </p:cNvSpPr>
          <p:nvPr>
            <p:ph type="body" sz="quarter" idx="28"/>
          </p:nvPr>
        </p:nvSpPr>
        <p:spPr/>
        <p:txBody>
          <a:bodyPr/>
          <a:lstStyle/>
          <a:p>
            <a:r>
              <a:rPr lang="en-US"/>
              <a:t>THANK YOU</a:t>
            </a:r>
            <a:endParaRPr lang="vi-VN"/>
          </a:p>
        </p:txBody>
      </p:sp>
      <p:sp>
        <p:nvSpPr>
          <p:cNvPr id="2" name="Text Placeholder 1">
            <a:extLst>
              <a:ext uri="{FF2B5EF4-FFF2-40B4-BE49-F238E27FC236}">
                <a16:creationId xmlns:a16="http://schemas.microsoft.com/office/drawing/2014/main" id="{AB6A3155-691F-590B-3CD1-DE29614AC2CC}"/>
              </a:ext>
            </a:extLst>
          </p:cNvPr>
          <p:cNvSpPr>
            <a:spLocks noGrp="1"/>
          </p:cNvSpPr>
          <p:nvPr>
            <p:ph type="body" sz="quarter" idx="29"/>
          </p:nvPr>
        </p:nvSpPr>
        <p:spPr/>
        <p:txBody>
          <a:bodyPr/>
          <a:lstStyle/>
          <a:p>
            <a:r>
              <a:rPr lang="en-US"/>
              <a:t>…</a:t>
            </a:r>
            <a:endParaRPr lang="vi-VN"/>
          </a:p>
        </p:txBody>
      </p:sp>
    </p:spTree>
    <p:extLst>
      <p:ext uri="{BB962C8B-B14F-4D97-AF65-F5344CB8AC3E}">
        <p14:creationId xmlns:p14="http://schemas.microsoft.com/office/powerpoint/2010/main" val="4188358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3f076dc2-fbdd-4702-96c7-7236b1cfcbbd" xsi:nil="true"/>
    <lcf76f155ced4ddcb4097134ff3c332f xmlns="3f076dc2-fbdd-4702-96c7-7236b1cfcbbd">
      <Terms xmlns="http://schemas.microsoft.com/office/infopath/2007/PartnerControls"/>
    </lcf76f155ced4ddcb4097134ff3c332f>
    <TaxCatchAll xmlns="5ca4f4e7-c624-4caf-b3e6-c8f2a2497a43" xsi:nil="true"/>
    <SharedWithUsers xmlns="5ca4f4e7-c624-4caf-b3e6-c8f2a2497a43">
      <UserInfo>
        <DisplayName>Anh, Tran Quoc [Tech/InsTech &amp; Innovation]</DisplayName>
        <AccountId>36</AccountId>
        <AccountType/>
      </UserInfo>
      <UserInfo>
        <DisplayName>Tam, Vo Minh [Tech/Peripheral System Dev]</DisplayName>
        <AccountId>34</AccountId>
        <AccountType/>
      </UserInfo>
      <UserInfo>
        <DisplayName>Thang, Phan Xuan Bach [Tech/Core System Dev]</DisplayName>
        <AccountId>73</AccountId>
        <AccountType/>
      </UserInfo>
      <UserInfo>
        <DisplayName>Tai, Tran Anh [Tech/BA]</DisplayName>
        <AccountId>16</AccountId>
        <AccountType/>
      </UserInfo>
      <UserInfo>
        <DisplayName>Quyen, Lam Chan [Tech/IT SA]</DisplayName>
        <AccountId>85</AccountId>
        <AccountType/>
      </UserInfo>
      <UserInfo>
        <DisplayName>Bao, Tran Trung [Tech/IT QA &amp; Gov]</DisplayName>
        <AccountId>65</AccountId>
        <AccountType/>
      </UserInfo>
      <UserInfo>
        <DisplayName>Vu, Nguyen Anh [Tech/IT OPs &amp; Client Services]</DisplayName>
        <AccountId>15</AccountId>
        <AccountType/>
      </UserInfo>
      <UserInfo>
        <DisplayName>Nhan, Huynh</DisplayName>
        <AccountId>11</AccountId>
        <AccountType/>
      </UserInfo>
      <UserInfo>
        <DisplayName>Phuong, Le Giang Nhat [Tech/Core System Dev]</DisplayName>
        <AccountId>1883</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A53315F73D0024C8F3F9738BB96C870" ma:contentTypeVersion="18" ma:contentTypeDescription="Create a new document." ma:contentTypeScope="" ma:versionID="875c442b532596a25f298bdd25d1cf3d">
  <xsd:schema xmlns:xsd="http://www.w3.org/2001/XMLSchema" xmlns:xs="http://www.w3.org/2001/XMLSchema" xmlns:p="http://schemas.microsoft.com/office/2006/metadata/properties" xmlns:ns2="3f076dc2-fbdd-4702-96c7-7236b1cfcbbd" xmlns:ns3="5ca4f4e7-c624-4caf-b3e6-c8f2a2497a43" targetNamespace="http://schemas.microsoft.com/office/2006/metadata/properties" ma:root="true" ma:fieldsID="c6558d072af0e32147d3a18151856cb3" ns2:_="" ns3:_="">
    <xsd:import namespace="3f076dc2-fbdd-4702-96c7-7236b1cfcbbd"/>
    <xsd:import namespace="5ca4f4e7-c624-4caf-b3e6-c8f2a2497a4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_Flow_SignoffStatu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076dc2-fbdd-4702-96c7-7236b1cfcb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Flow_SignoffStatus" ma:index="14" nillable="true" ma:displayName="Sign-off status" ma:internalName="Sign_x002d_off_x0020_status">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0b71a908-9dae-4f72-9424-e8ff7903fbcc"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ca4f4e7-c624-4caf-b3e6-c8f2a2497a4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57d806d1-ead7-4962-917e-987d4e583348}" ma:internalName="TaxCatchAll" ma:showField="CatchAllData" ma:web="5ca4f4e7-c624-4caf-b3e6-c8f2a2497a4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A52D43-0D49-40C2-901F-A3E8C943F9A4}">
  <ds:schemaRefs>
    <ds:schemaRef ds:uri="3f076dc2-fbdd-4702-96c7-7236b1cfcbbd"/>
    <ds:schemaRef ds:uri="5ca4f4e7-c624-4caf-b3e6-c8f2a2497a4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744A807-65B5-470A-935B-75C7D4ADD040}">
  <ds:schemaRefs>
    <ds:schemaRef ds:uri="http://schemas.microsoft.com/sharepoint/v3/contenttype/forms"/>
  </ds:schemaRefs>
</ds:datastoreItem>
</file>

<file path=customXml/itemProps3.xml><?xml version="1.0" encoding="utf-8"?>
<ds:datastoreItem xmlns:ds="http://schemas.openxmlformats.org/officeDocument/2006/customXml" ds:itemID="{9E93D4B5-F447-4E36-B7E4-7D059FE1CED2}">
  <ds:schemaRefs>
    <ds:schemaRef ds:uri="3f076dc2-fbdd-4702-96c7-7236b1cfcbbd"/>
    <ds:schemaRef ds:uri="5ca4f4e7-c624-4caf-b3e6-c8f2a2497a4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docMetadata/LabelInfo.xml><?xml version="1.0" encoding="utf-8"?>
<clbl:labelList xmlns:clbl="http://schemas.microsoft.com/office/2020/mipLabelMetadata">
  <clbl:label id="{189c1a2f-03d3-4788-bafa-4d9775e75610}" enabled="1" method="Privileged" siteId="{c19239e5-1337-436d-800a-1b4283c280dd}" removed="0"/>
</clbl:labelList>
</file>

<file path=docProps/app.xml><?xml version="1.0" encoding="utf-8"?>
<Properties xmlns="http://schemas.openxmlformats.org/officeDocument/2006/extended-properties" xmlns:vt="http://schemas.openxmlformats.org/officeDocument/2006/docPropsVTypes">
  <TotalTime>6535</TotalTime>
  <Words>3959</Words>
  <Application>Microsoft Office PowerPoint</Application>
  <PresentationFormat>Widescreen</PresentationFormat>
  <Paragraphs>611</Paragraphs>
  <Slides>103</Slides>
  <Notes>64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Arial</vt:lpstr>
      <vt:lpstr>Calibri</vt:lpstr>
      <vt:lpstr>Consolas</vt:lpstr>
      <vt:lpstr>Courier New</vt:lpstr>
      <vt:lpstr>open sans</vt:lpstr>
      <vt:lpstr>Segoe UI</vt:lpstr>
      <vt:lpstr>Segoe UI Symbol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TAnh@dai-ichi-life.com.vn</dc:creator>
  <cp:lastModifiedBy>Khanh, Truong Nguyen [Tech/System Architecture]</cp:lastModifiedBy>
  <cp:revision>680</cp:revision>
  <dcterms:created xsi:type="dcterms:W3CDTF">2021-09-10T03:22:30Z</dcterms:created>
  <dcterms:modified xsi:type="dcterms:W3CDTF">2026-02-06T11:03:28Z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0x0101003A53315F73D0024C8F3F9738BB96C870</vt:lpwstr>
  </property>
  <property fmtid="{D5CDD505-2E9C-101B-9397-08002B2CF9AE}" pid="3" name="MediaServiceImageTags">
    <vt:lpwstr/>
  </property>
</Properties>
</file>